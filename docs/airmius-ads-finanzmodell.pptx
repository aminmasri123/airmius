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3b3052eddb4fb6" /><Relationship Type="http://schemas.openxmlformats.org/officeDocument/2006/relationships/extended-properties" Target="/docProps/app.xml" Id="R2138a736894a4055" /><Relationship Type="http://schemas.openxmlformats.org/officeDocument/2006/relationships/officeDocument" Target="/ppt/presentation.xml" Id="R220ceb80705341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9b2a791fda454f"/>
  </p:sldMasterIdLst>
  <p:notesMasterIdLst>
    <p:notesMasterId xmlns:r="http://schemas.openxmlformats.org/officeDocument/2006/relationships" r:id="R8c0eef1ad8be4886"/>
  </p:notesMasterIdLst>
  <p:sldIdLst>
    <p:sldId xmlns:r="http://schemas.openxmlformats.org/officeDocument/2006/relationships" id="256" r:id="R6858acef0efa4d93"/>
    <p:sldId xmlns:r="http://schemas.openxmlformats.org/officeDocument/2006/relationships" id="257" r:id="R7ec9a83e91f0402a"/>
    <p:sldId xmlns:r="http://schemas.openxmlformats.org/officeDocument/2006/relationships" id="258" r:id="R5d6b7ec4ae3b49d0"/>
    <p:sldId xmlns:r="http://schemas.openxmlformats.org/officeDocument/2006/relationships" id="259" r:id="R4b5d2dc191c84a21"/>
    <p:sldId xmlns:r="http://schemas.openxmlformats.org/officeDocument/2006/relationships" id="260" r:id="Re99ff16727f644a1"/>
    <p:sldId xmlns:r="http://schemas.openxmlformats.org/officeDocument/2006/relationships" id="261" r:id="R6592792e85824bf2"/>
    <p:sldId xmlns:r="http://schemas.openxmlformats.org/officeDocument/2006/relationships" id="262" r:id="R46f5e4be920645ae"/>
    <p:sldId xmlns:r="http://schemas.openxmlformats.org/officeDocument/2006/relationships" id="263" r:id="R11f560b254e94d7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9b2a791fda454f" /><Relationship Type="http://schemas.openxmlformats.org/officeDocument/2006/relationships/theme" Target="/ppt/theme/theme1.xml" Id="Rcc9a5cdf1a5946f6" /><Relationship Type="http://schemas.openxmlformats.org/officeDocument/2006/relationships/notesMaster" Target="/ppt/notesMasters/notesMaster1.xml" Id="R8c0eef1ad8be4886" /><Relationship Type="http://schemas.openxmlformats.org/officeDocument/2006/relationships/presProps" Target="/ppt/presProps.xml" Id="R6ca81c0813784229" /><Relationship Type="http://schemas.openxmlformats.org/officeDocument/2006/relationships/viewProps" Target="/ppt/viewProps.xml" Id="Re5f09cfff01a440d" /><Relationship Type="http://schemas.openxmlformats.org/officeDocument/2006/relationships/tableStyles" Target="/ppt/tableStyles.xml" Id="R622ddb62b6a54868" /><Relationship Type="http://schemas.openxmlformats.org/officeDocument/2006/relationships/slide" Target="/ppt/slides/slide1.xml" Id="R6858acef0efa4d93" /><Relationship Type="http://schemas.openxmlformats.org/officeDocument/2006/relationships/slide" Target="/ppt/slides/slide2.xml" Id="R7ec9a83e91f0402a" /><Relationship Type="http://schemas.openxmlformats.org/officeDocument/2006/relationships/slide" Target="/ppt/slides/slide3.xml" Id="R5d6b7ec4ae3b49d0" /><Relationship Type="http://schemas.openxmlformats.org/officeDocument/2006/relationships/slide" Target="/ppt/slides/slide4.xml" Id="R4b5d2dc191c84a21" /><Relationship Type="http://schemas.openxmlformats.org/officeDocument/2006/relationships/slide" Target="/ppt/slides/slide5.xml" Id="Re99ff16727f644a1" /><Relationship Type="http://schemas.openxmlformats.org/officeDocument/2006/relationships/slide" Target="/ppt/slides/slide6.xml" Id="R6592792e85824bf2" /><Relationship Type="http://schemas.openxmlformats.org/officeDocument/2006/relationships/slide" Target="/ppt/slides/slide7.xml" Id="R46f5e4be920645ae" /><Relationship Type="http://schemas.openxmlformats.org/officeDocument/2006/relationships/slide" Target="/ppt/slides/slide8.xml" Id="R11f560b254e94d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4a73590dc1a43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47789a124d4f29" /><Relationship Type="http://schemas.openxmlformats.org/officeDocument/2006/relationships/notesMaster" Target="/ppt/notesMasters/notesMaster1.xml" Id="R94135037822243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746d4b869b4b88" /><Relationship Type="http://schemas.openxmlformats.org/officeDocument/2006/relationships/notesMaster" Target="/ppt/notesMasters/notesMaster1.xml" Id="Rbdb076dd25134f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1cbfa2317c4705" /><Relationship Type="http://schemas.openxmlformats.org/officeDocument/2006/relationships/notesMaster" Target="/ppt/notesMasters/notesMaster1.xml" Id="R9599fa96f4c34b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086a248c2647ac" /><Relationship Type="http://schemas.openxmlformats.org/officeDocument/2006/relationships/notesMaster" Target="/ppt/notesMasters/notesMaster1.xml" Id="R15ea07994ffb46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50f5ea75ea43d5" /><Relationship Type="http://schemas.openxmlformats.org/officeDocument/2006/relationships/notesMaster" Target="/ppt/notesMasters/notesMaster1.xml" Id="R88d4a6d566d74d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37f20b9d254e25" /><Relationship Type="http://schemas.openxmlformats.org/officeDocument/2006/relationships/notesMaster" Target="/ppt/notesMasters/notesMaster1.xml" Id="Ra7cc60c32e434f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0bf149090a4d25" /><Relationship Type="http://schemas.openxmlformats.org/officeDocument/2006/relationships/notesMaster" Target="/ppt/notesMasters/notesMaster1.xml" Id="R539250d393274a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0163c3bf8340ab" /><Relationship Type="http://schemas.openxmlformats.org/officeDocument/2006/relationships/notesMaster" Target="/ppt/notesMasters/notesMaster1.xml" Id="R681aa65bbd3b4b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df61a8826d4d5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877a9add36d4918" /><Relationship Type="http://schemas.openxmlformats.org/officeDocument/2006/relationships/slideLayout" Target="/ppt/slideLayouts/slideLayout2.xml" Id="Rd024c989e6ad4f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24c989e6ad4f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4459582ee043fe" /><Relationship Type="http://schemas.openxmlformats.org/officeDocument/2006/relationships/notesSlide" Target="/ppt/notesSlides/notesSlide1.xml" Id="R332b600aa23a49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17d80119294142" /><Relationship Type="http://schemas.openxmlformats.org/officeDocument/2006/relationships/notesSlide" Target="/ppt/notesSlides/notesSlide2.xml" Id="Raa44b03911d849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9d523375b644fe" /><Relationship Type="http://schemas.openxmlformats.org/officeDocument/2006/relationships/notesSlide" Target="/ppt/notesSlides/notesSlide3.xml" Id="Rb2dca736169e4f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fb0a1fe02640ce" /><Relationship Type="http://schemas.openxmlformats.org/officeDocument/2006/relationships/notesSlide" Target="/ppt/notesSlides/notesSlide4.xml" Id="R1bd9823d785942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abc2e98c5a4b50" /><Relationship Type="http://schemas.openxmlformats.org/officeDocument/2006/relationships/notesSlide" Target="/ppt/notesSlides/notesSlide5.xml" Id="R178000d357f44e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f81638c9e14a4a" /><Relationship Type="http://schemas.openxmlformats.org/officeDocument/2006/relationships/notesSlide" Target="/ppt/notesSlides/notesSlide6.xml" Id="Rc2fc1c8eea3f4c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6b561b75eb498f" /><Relationship Type="http://schemas.openxmlformats.org/officeDocument/2006/relationships/notesSlide" Target="/ppt/notesSlides/notesSlide7.xml" Id="R480a8e098bf34e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d135f0711248a0" /><Relationship Type="http://schemas.openxmlformats.org/officeDocument/2006/relationships/notesSlide" Target="/ppt/notesSlides/notesSlide8.xml" Id="R615aecdc4fa14f8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1053AF-8CE7-444C-913E-89BB1769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364F9-8350-4DCD-8AFC-22DB4380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55000">
                <a:srgbClr val="0F2F5F"/>
              </a:gs>
              <a:gs pos="100000">
                <a:srgbClr val="0F766E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B18C6-F87A-4FE6-A646-661E1C5A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3C5F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AIRMIUS ADS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FE947-D494-41D4-AD60-B20A836E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7239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Finanzmodell fuer ein professionelles Adssystem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37693-A76E-4E6B-9702-9C62F22E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6238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Preise, Budgetverbrauch, Ziel-Algorithmus, Reporting, Freigabe und Conversion-Grundlage fuer Marketplace Ads.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7EB21-C295-4D1D-865B-D1A3536E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CDCE1-1494-40C1-A92E-4A7E7EB9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27635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0A5F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0A5FA"/>
                </a:solidFill>
                <a:latin typeface="Aptos"/>
                <a:ea typeface="Aptos"/>
                <a:cs typeface="Aptos"/>
              </a:rPr>
              <a:t>CPM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3C011-CDD4-4B90-877E-5F6A58F2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647825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Reichweite: Preis pro 1.000 Impressionen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01734B-7C49-49A7-90D2-F226F4CD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12395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CBB5A-D000-4855-9058-DC28E426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27635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CPC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FC45C-CA67-4A3F-8E95-50615A2B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47825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Traffic: Preis pro Klick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C7C83A-B946-40FA-A74C-AFCCE8E4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A02E50-9E91-4780-BBF0-68905E60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76525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ADE8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4ADE80"/>
                </a:solidFill>
                <a:latin typeface="Aptos"/>
                <a:ea typeface="Aptos"/>
                <a:cs typeface="Aptos"/>
              </a:rPr>
              <a:t>CPL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34FCBE-8F97-4E29-87EE-43657B7F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48000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Leads: Preis pro Lead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598667-7F59-42E6-9A45-AED9D0B7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24125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D6175D-74B5-4055-8EAD-F5D2C215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76525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CPA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E71729-3B4B-4FEE-AA9B-06ABA501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48000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Sales: Anteil am Conversion-Wert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F6A5F9-3632-4299-B2C7-DCDA4E00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656F9F-1676-4E4C-8BFE-AC1CA2B4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CF4F53-66C1-4668-82AA-337E75F4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95825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Kernaussage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91930B-090D-41B8-BEF8-6DCD6D02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38725"/>
            <a:ext cx="2781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Airmius monetarisiert Ads nicht nur ueber Sichtbarkeit, sondern ueber Ziel, Ereignis und Budgetkontrolle.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C7068B-510F-4ADC-87BB-92056DFF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24375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873FDB-DED4-4E4E-AFDE-90B38A9D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243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FBF18E-6B8B-44C1-9C61-E3A004BC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95825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Kontrollpunkt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EEEFBB-295F-4BD4-81C1-90308448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38725"/>
            <a:ext cx="2781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Keine User-Kampagne wird sofort aktiv: erst pending_review, dann Admin-Freigabe.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53DEFA-4E43-4E10-899A-753A060E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24375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B2FD49-8644-4A51-B663-41991E98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243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E66772-0F57-4AB7-83FC-BBFF3845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95825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Naechster Hebel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E4D577-B895-4A71-BF51-69C0E2CA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38725"/>
            <a:ext cx="2781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Conversion-Events machen Leads und Sales messbar, spaeter optimierbar.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540D40-BED3-4020-8788-756FE870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DBF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FDBFE"/>
                </a:solidFill>
                <a:latin typeface="Aptos"/>
                <a:ea typeface="Aptos"/>
                <a:cs typeface="Aptos"/>
              </a:rPr>
              <a:t>Stand: Mai 2026 - interne Produkt- und Finanzlogik</a:t>
            </a:r>
          </a:p>
        </p:txBody>
      </p:sp>
    </p:spTree>
    <p:extLst>
      <p:ext uri="{BB962C8B-B14F-4D97-AF65-F5344CB8AC3E}">
        <p14:creationId xmlns:p14="http://schemas.microsoft.com/office/powerpoint/2010/main" val="16864277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B142BD-FE05-4216-A920-28BA002D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9E482E-9AEA-4F52-8BBE-B2482516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DB19F-9701-47AA-8748-323E50AB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AIRMIUS ADS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AFAF8-70A3-4489-A806-5416EDF1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Vier Preismodelle decken die Ads-Ziele 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9A679-3AFD-40BC-BC45-0105BC8E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61950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Finanzmodell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8C97E-C41E-49A9-BC7D-93D501E0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381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C9EF7-38F9-4033-A566-3CE4DAE2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7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4C6CA-A8EB-48A8-BC6A-376DED20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CPM - Reichweite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295E4-7A19-4F1B-B19E-6EB86FE5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43100"/>
            <a:ext cx="2019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Abrechnung pro 1.000 Impressionen. Geeignet fuer Sichtbarkeit, Sponsoring und Markenaufbau.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Standard: 500 Cent CPM.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CFFAEC-DE1D-4344-A415-D06DA2A5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428750"/>
            <a:ext cx="2381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B9176D-54F0-4282-B40B-A4C5D3B3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428750"/>
            <a:ext cx="57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FA43CE-FAD2-48A7-A151-C72D6875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6002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CPC - Traffic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D8CDB7-A123-41E3-8D24-E331637E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943100"/>
            <a:ext cx="2019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Abrechnung pro Klick. Geeignet fuer Websitebesuche, Marketplace-Traffic und Angebotsaufrufe.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Standard: 30 Cent CPC.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F3D032-6501-425A-A20D-12729C30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28750"/>
            <a:ext cx="2381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5BAC54-3E66-4631-9318-1F976EAB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28750"/>
            <a:ext cx="57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8F4D88-E3AB-47DB-9B80-C43FA7F8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002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CPL - Leads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009D93-31B4-49C3-BF86-C6784A48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43100"/>
            <a:ext cx="2019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Abrechnung pro Lead-Event. Geeignet fuer Anfragen, Kontaktformulare und Registrierungen.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Standard: 200 Cent CPL.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10C20F-4357-4ACF-B3D7-3E068B89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428750"/>
            <a:ext cx="2381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361900-18B6-4FB9-9D9C-F0B9BE88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428750"/>
            <a:ext cx="571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8DDB89-AA04-4DD4-9A77-1B8B97B1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6002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CPA - Sales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EBFEA4-C88B-41CC-B2B9-DCE696BA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943100"/>
            <a:ext cx="2019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Abrechnung als Prozentanteil am Verkaufswert. Geeignet fuer Performance-Kampagnen.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Standard: 10 Prozent CPA.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10EA44-D575-4798-A037-2A481F87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Finanzprinzip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94DB42-CFFB-4DB8-BF2D-0B5A3D73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38625"/>
            <a:ext cx="1009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Jedes Kampagnenziel bekommt das passende Kostenereignis: Awareness zahlt fuer Impressionen, Traffic fuer Klicks, Leads fuer Lead-Events und Sales fuer Umsatzwert. Dadurch kann Airmius einfache Reichweitenkampagnen und spaetere Performance-Kampagnen in einem Modell abbilden.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460BA3-F782-4CA3-AE93-CD5E55B2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B9D32B-2B14-4BC1-8422-D35D9384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38775"/>
            <a:ext cx="966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Wichtig: Kosten werden nur berechnet, wenn das Event zum Kampagnenziel passt. Ein Klick auf eine Awareness-Kampagne zaehlt, kostet aber nicht automatisch CPC.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25C884-02A9-46CF-9BCB-099DCFA7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Interne Arbeitsversion - Ads Monetarisierung und Abrechnung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4EFCE8-2052-4A16-B7E5-F77E0D84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1927194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D7F24E-7563-4FE4-B390-82B99F89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08A62-5860-4C2A-8B53-0269ADD0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E9E3C-025A-40F0-A457-D4FEF97E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AIRMIUS ADS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754C9-B2A4-4FED-AD4E-515A604F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Berechnungsformeln fuer Kosten und Performance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1FF9E-A1AF-46B2-A7AE-13C4767A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61950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Finanzmodell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C3CF83-CE65-4991-A1C1-41191101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38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50910-C541-416A-AD07-97E41629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DD1DE9-8D28-4233-8387-2AD31785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2575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CPM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E6DFB-AD88-4CD1-9F3C-BD087EFA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552575"/>
            <a:ext cx="3905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Kosten = Impressionen / 1000 * CPM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EBD090-FAA0-4DFA-9725-3BD5ABF8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88595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Beispiel: 10.000 Impressionen / 1000 * 5,00 EUR = 50,00 EUR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BFBE27-57A7-426C-A66C-4A483B51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38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88E7D6-F21C-42BE-8416-59E6ADAC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AEA00D-C709-44CA-8570-A1C7A6A4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81275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CPC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328441-567E-4E76-BAFC-D9C21C7D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81275"/>
            <a:ext cx="3905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Kosten = Klicks * CPC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CAB293-CE0F-4572-AE88-3C880554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1465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Beispiel: 120 Klicks * 0,30 EUR = 36,00 EUR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3E12C4-5137-44EF-B07B-C02B0608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38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5F4598-B943-4DAA-BE0F-3D5B7307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7505BF-C157-4EE9-ADD9-ADDFAAE5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9975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CPL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681A27-E4BB-4766-9473-AEBC6A41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09975"/>
            <a:ext cx="3905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Kosten = Leads * CPL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AE4C38-A34A-4231-B77A-DC501389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4335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Beispiel: 15 Leads * 2,00 EUR = 30,00 EUR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DB352D-4DCA-40C5-9971-A9232991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38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10691D-67F0-48ED-A370-28657D50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FB6909-0C21-4BDC-9408-AA3DC07B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8675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CPA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1AFF50-B7F9-4F90-A810-00095A64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38675"/>
            <a:ext cx="3905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Kosten = Umsatzwert * CPA 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055FE4-4A19-408E-844E-6867A1F2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97205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Beispiel: 600,00 EUR Umsatz * 10 % = 60,00 EUR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06EC72-7250-4011-A309-2559C4A7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Reporting-Formeln: CTR = Klicks / Impressionen * 100 | effektiver CPC = Kosten / Klicks | effektiver CPM = Kosten / Impressionen * 1000 | ROAS = Umsatz / Kosten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79638E-EE29-4523-822F-8C1E223D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Interne Arbeitsversion - Ads Monetarisierung und Abrechnung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B33EC8-F9A1-48B1-A886-6C8BE176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918181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747A81-3C6A-4838-8FAE-0294CC3A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D9D7E-21E4-4794-8535-5DF76BBE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9CB81-0C67-4623-914E-02A01771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AIRMIUS ADS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8DAB4-3F1C-40B4-AD39-BED94C4E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Budgetverbrauch: vom Ereignis zum Restbudget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5EB66-582D-4ACD-9D8E-63791F2E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61950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Finanzmodell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E6951-3B87-4105-8EE4-C4071EF5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5F8C7-A0F4-456C-B49C-F9F255A9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471AE-DEA3-40D6-B8FD-265FDF8C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335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1. Event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11420-ACC7-4998-8F8A-BEFB07A3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1466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Impression, Klick, Lead oder Sale wird registriert.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A9D8E0-223C-48FA-9110-BDA5C288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7048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C3C12A-E7B9-4EF8-BA4A-0078B15D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955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EAE559-5211-4C60-BB9A-99A444D5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562100"/>
            <a:ext cx="2000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893421-6210-448E-8AAB-153375C9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562100"/>
            <a:ext cx="2000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A916B8-2FE5-4037-BE86-44F990E7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335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2. Preisregel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56B344-F2C6-4036-95CA-FC536C51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57400"/>
            <a:ext cx="1657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System prueft Ziel: CPM, CPC, CPL oder CPA.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FD6E68-01DE-447D-A815-4A534B49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162175"/>
            <a:ext cx="7048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0891B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E815C3-2CC6-4B5E-8A8E-CCD0B412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A3EB01-5A7A-4AC4-ABEA-A8433BA4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62100"/>
            <a:ext cx="2000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7ACADD-5362-4AEF-806F-EC5DABCE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62100"/>
            <a:ext cx="2000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124EAA-E1BA-4A47-9499-07EAFE21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335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3. Kosten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086F80-FC94-4D9F-B3F1-2B8A0264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57400"/>
            <a:ext cx="1657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Cost_cents wird fuer dieses Event berechnet.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940DBB-A4CD-428F-A18A-67245F01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62175"/>
            <a:ext cx="7048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16A3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CE1AB0-EA62-4507-AC4A-B671525A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955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1D45F2-9B01-47F7-B66E-75534BBF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62100"/>
            <a:ext cx="2000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6929D6-C8F2-4729-ABE4-D6A408C5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62100"/>
            <a:ext cx="2000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9701EF-A699-4B45-8867-4141BCD9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335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4. Budget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F5BB7F-D06B-4DAB-A275-898C743E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057400"/>
            <a:ext cx="1657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spent_cents und Tagesstatistik werden erhoeht.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BF5042-40C1-4049-9ED2-AD9E36BC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19500"/>
            <a:ext cx="942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02097F-2C56-4734-85A3-93CA1275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57625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Auslieferungsregel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30B583-F31A-40F4-A350-3F015E2A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6720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Nur wenn status = active, Laufzeit gueltig, Restbudget &gt; naechste Kosten und Tagesbudget nicht ueberschritten ist, darf die Anzeige ausgespielt werden.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B77A48-FA3A-4364-830C-CDFE23CA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91125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Restbudget = budget_cents - spent_cents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577AAD-E7AC-4A97-B3E7-A22DB7D7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Interne Arbeitsversion - Ads Monetarisierung und Abrechnung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3C4E2B-A771-451A-8687-94685AD1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79695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2B3C14-805D-4F5E-A52D-85AEFDBF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590A2-5F0B-4FCA-9D71-8BD0F228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E4085-539B-4934-B749-FE998CFD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AIRMIUS ADS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7C187-86EF-4471-ADAE-3B51D769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Algorithmus: finanzielle Steuerung statt reiner Zufall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2939CC-C4E2-44C3-A19D-D0E780DE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61950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Finanzmodell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3716B-459F-405F-BBD3-FB4D1A61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990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Die Ausspielung waehlt nicht mehr blind zufaellig, sondern gewichtet jede Kampagne nach Ziel, Performance, Restbudget und Lernphase.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079CC-332A-444A-8CD5-5A7B2F44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981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A0F64-76D0-448E-9F88-5DBA367A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00300"/>
            <a:ext cx="923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Gewicht = 100 * Zielgewicht * Budgetquote * FrischeBoost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76A48-7D41-49ED-AEDC-08F38038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381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7C7F83-9CD0-40FD-9770-33E33806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571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487640-2D55-434A-A037-66AEB4E4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052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Zielgewicht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8CA960-0B4B-45A8-877C-3BC23C61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2019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Traffic bevorzugt hohe CTR. Awareness bevorzugt gleichmaessige Reichweite. Leads/Sales starten mit CTR, spaeter Conversion-Rate.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AF7CAB-AECF-4673-87D9-BD1530FC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33750"/>
            <a:ext cx="2381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0E7EBF-9B79-4E86-A39E-7C8D8892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33750"/>
            <a:ext cx="571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E2E72-281F-47AD-9055-70336457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052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Budgetquote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FD2FD3-6671-48B4-92C0-0B47AB1A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48100"/>
            <a:ext cx="2019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Kampagnen mit mehr Restbudget bekommen mehr Chancen. Fast leere Kampagnen werden gebremst.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8A508E-4F43-4C7A-AE8C-F2696714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33750"/>
            <a:ext cx="2381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D05D4E-8981-479A-9BBF-D890C097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33750"/>
            <a:ext cx="571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920E78-2B8A-483E-AC03-C31BC565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052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FrischeBoost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5DD0EF-7095-41E4-A6CD-56153601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48100"/>
            <a:ext cx="2019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Neue Kampagnen unter 100 Impressionen erhalten mehr Ausspielung, damit Daten entstehen.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023E15-DFFA-4622-8F1A-F7D3E1E7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33750"/>
            <a:ext cx="2381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C31DED-260E-4A7E-8D42-351C4CAA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33750"/>
            <a:ext cx="571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051893-323A-421E-B932-6C83C240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5052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Fraud-Schutz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847587-3487-46FE-B502-30FBB82E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48100"/>
            <a:ext cx="2019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Doppelte Session-Events werden blockiert: Impression 10 Min., Klick 30 Min., Lead/Sale 60 Min.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D5F4BA-91C5-4792-95BB-6DB62C6A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Finanzieller Effekt: Budget wird nicht nur ausgegeben, sondern in Richtung des gewaehlten Ziels gelenkt.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71081E-94FA-40BD-B10C-66BC73A5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Interne Arbeitsversion - Ads Monetarisierung und Abrechnung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00E87E-0B79-4049-B8D7-B8A9AFD4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310977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FD2AEA-A495-4E96-96E6-FCE79317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A747BF-24A6-42C7-BA71-C451F035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31AB1-437D-44E7-A939-4282A5F9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AIRMIUS ADS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58744-5817-4E87-BC3C-0FE2656D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Beispielrechnung: 100 EUR Kampagnenbudget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1504B-3EA0-4978-8165-0F57411B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61950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Finanzmodell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6996E-0DDD-4814-B5C0-B3C29DF9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04950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A19E8-C517-43AC-92CC-B9875456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145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Ziel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9562F8-4669-4284-832D-EE22F35F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145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363662-0620-4784-A462-B1D32066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145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Leistung bei 100 EUR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B9C55F-AB94-40A9-AA7F-3091F9AF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145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Primaere KPI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63E45F-A195-46D2-B74C-99555DB3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FB1C04-1F9A-4BF1-8D18-1549013E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Reichweite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7F9038-0732-4F83-BE1D-1944D78E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003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5,00 EUR CPM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444C0-7ECF-4153-83F4-599001D8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003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20.000 Impressionen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BC19A7-70F6-4980-B342-B914B2CC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003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effektiver CPM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FE839F-D8DF-4109-80E3-ADC4AFA2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D2112E-A1D7-465E-BDB0-CE9BF384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Traffic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BE2194-3C05-49BD-8345-E4418307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861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0,30 EUR CPC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4AEF02-2468-4623-94BC-664D21EC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861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333 Klicks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24AAE7-DAF3-4158-9083-5A0E7634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861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effektiver CPC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EB9D04-2736-4952-8ADE-6298DEC0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8FC5DF-80D3-4DF6-A431-417F90B3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Leads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815792-F997-4341-8727-C86652FB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719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2,00 EUR CPL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3FA38B-7120-4C22-BE03-E1553835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719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50 Leads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73E479-6663-408C-89E4-81C34881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719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Cost per Lead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147918-9D20-48F9-91BE-6C501FC4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432714-A625-4DB6-8CFB-BCA1D1F3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Sales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323497-6898-4F80-93E6-47B05269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4577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10 % CPA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F7BD1F-965F-4616-90CC-CD466145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4577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1.000 EUR Umsatzwert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D8B70E-5E65-481D-A03F-FC9443F3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577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ROAS = 10,0x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5B4E4F-8762-4390-AC01-90A58C54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63C4BE-33DD-4F11-89A0-A89BC421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38800"/>
            <a:ext cx="962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653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6534"/>
                </a:solidFill>
                <a:latin typeface="Aptos"/>
                <a:ea typeface="Aptos"/>
                <a:cs typeface="Aptos"/>
              </a:rPr>
              <a:t>Interpretation: Das gleiche Budget erzeugt je nach Ziel sehr unterschiedliche Erfolgslogik. Deshalb muss Reporting immer zielbezogen gelesen werden.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1E72B3-212C-4274-B9FE-64D3E88A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Interne Arbeitsversion - Ads Monetarisierung und Abrechnung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F18F27-AE31-478B-9696-56A1397A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3919526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930898-48B8-4F5B-97E8-0C2CF07B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E29FB-5B33-4F59-97D3-6051FAD0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E45CF-9C1F-4E11-A493-B57A5531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AIRMIUS ADS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BA8B8-E90D-41AC-8341-2F675B1E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Phase 5: Finanzielle Kontrolle und Plattform-Sicherheit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74B34-144D-4ECE-8519-70F364E4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61950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Finanzmodell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AFAC0-5AD5-48A2-A1F1-53E78C30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31432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AEB32-4545-481F-8C32-1DA49364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57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2BF622-CA5A-4B65-86BE-62D31E99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Review vor Aktivierung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66D268-991D-4C51-8AEA-E6250530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43100"/>
            <a:ext cx="2781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User-Kampagnen starten als pending_review. Admin prueft Ziel-URL, Bild, Text, Budget, Zielgruppe und rechtliche Risiken.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4DB095-1208-4CAC-82A0-F545AA67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28750"/>
            <a:ext cx="31432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EA17F-F552-4B5F-AFE6-7102DC51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28750"/>
            <a:ext cx="57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B74831-34E4-4F99-92FE-639F12C7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0020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Preis-Settings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E1FD2C-E015-4E45-B862-5A319FE1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943100"/>
            <a:ext cx="2781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Admins steuern CPM, CPC, CPL, CPA und Mindestbudget zentral in Commerce-Einstellungen.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16B488-E62B-4BBC-A0A1-0056E7C5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28750"/>
            <a:ext cx="31432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39B482-51DC-4004-97CB-2A8683B5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28750"/>
            <a:ext cx="57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E87290-E914-4669-983A-AA9DE71B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0020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Fraud-Grundschutz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BE4C22-04FC-4519-9C7D-31A92183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43100"/>
            <a:ext cx="2781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Session-, IP- und User-Agent-Hashes verhindern einfache Reload- und Mehrfachklick-Kosten.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F497BC-1446-48F2-9D62-A4B97BF7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31432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4D67E7-8687-4FB7-987D-CF6BD2B2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57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8A7261-40F9-4E6D-B272-F6C88BFD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Reporting-Basis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A5DA82-B5F9-47A5-B76B-29B54BFA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2781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Tagesstatistiken plus Einzelereignisse: Kosten, Impressionen, Klicks und spaeter Leads/Sales.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FB35D8-584D-421A-BDFE-51294152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29000"/>
            <a:ext cx="31432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AC07B8-232B-42E9-9AC4-4523A97D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29000"/>
            <a:ext cx="57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DF6525-7147-4003-8BC1-9AACE4A4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60045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Budget-Stop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365F70-8797-4522-8187-C2752A2B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943350"/>
            <a:ext cx="2781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Wenn Gesamt- oder Tagesbudget erreicht ist, wird die Kampagne nicht mehr ausgeliefert.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C95621-38E6-4EB0-A9DC-770F3341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29000"/>
            <a:ext cx="31432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A4D79C-1B12-492D-97F1-34789122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29000"/>
            <a:ext cx="57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327EEC-878D-4C85-B100-D10C6246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0045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Conversion-Grundlage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4C1D44-8CD4-4ABB-A031-5606A6AD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43350"/>
            <a:ext cx="2781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/ads/{campaign}/conversion ermoeglicht Lead- und Sales-Events mit Wert und Metadaten.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B49722-44ED-4888-AE03-7DFAB905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Interne Arbeitsversion - Ads Monetarisierung und Abrechnung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DC4EEF-44A7-4D91-9C0D-F4A763B8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4107310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FAFD6A-E13A-4E87-AC88-C2218F2D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8370B-D511-44AF-8402-AA7D5D04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542EA-A834-4F14-A6BF-926C4796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AIRMIUS ADS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F4CB9-3086-4E60-9F23-319F5571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Entscheidungen fuer den Betrieb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98269-650E-4E21-B21E-3A9D2A2A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61950"/>
            <a:ext cx="1314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Finanzmodell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287CF-B19F-4732-A197-F34AF38A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685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338405-23A6-44BA-A510-17000B2A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52575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E0A6DD-01DD-423A-8A4F-9B9ECB90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428750"/>
            <a:ext cx="904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772EA-2ACA-4794-9EBB-8E28D4ED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5240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Preispolitik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5733F8-38AA-4744-B716-1522BAF8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430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Startwerte festlegen: CPM 5 EUR, CPC 0,30 EUR, CPL 2 EUR, CPA 10 %.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20106-FB0E-4BFA-A5D1-06D03EA0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685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B28A58-950D-462F-9512-A3A6308A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71725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D97D8B-65EC-434D-8891-EDA4EF79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47900"/>
            <a:ext cx="904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B5CE84-01DA-47A6-BEBA-8969DF9B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43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Freigabeprozess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879A6C-F8FC-47F7-9DB6-0F6C7AA3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622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Wer darf Kampagnen aktivieren? Welche Ablehnungsgruende sind Pflicht?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DD70C2-E60C-44FD-AE7B-0E17E27A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685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52B6F4-8362-4BB4-852B-3C023C70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90875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1C486A-2D8A-4E26-A354-701ED7F9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04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A2AA81-5E26-4369-9909-16D827E7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623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Inventar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581264-6406-416E-A98E-66ABE14C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813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Wo werden Ads angezeigt: Marketplace-Karte, Feed, Sidebar, Sponsor-Bereich?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8AB687-7BBC-4AFD-9FE5-BD805B93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685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FA76B8-F9DE-402E-BFFB-736CEB76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10025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353D10-B584-45B3-8D7B-6EED71F5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886200"/>
            <a:ext cx="904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047169-F327-402C-96E8-9BCC4C7F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9814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Phase 4 Ausbau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306F85-DF83-4377-B3C8-2330550A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005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Conversion-Pixel, Checkout-Verknuepfung und spaeter Retargeting planen.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B2BB76-084D-4696-AD81-5A408303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685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1CD615-55F8-4FF3-B96B-C1CE0354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29175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C41FB4-CC2A-4BE4-A0DF-932F3F83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05350"/>
            <a:ext cx="904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06D98B-6AFB-4C19-8923-DADF15F7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006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Abrechnung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C9C2A7-4693-42FC-97B4-7B75485C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196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Guthaben/Rechnung je Werbekunde und Export fuer Buchhaltung definieren.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CC2F80-A8E2-4301-8135-E03A3683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0"/>
            <a:ext cx="971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Empfehlung: Erst Freigabe, Kosten und Reporting stabilisieren; danach Conversion-Pixel und Sales-Optimierung ausbauen.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CCE9D2-7878-4164-9927-91D849DA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Interne Arbeitsversion - Ads Monetarisierung und Abrechnung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AC86A7-4E12-4222-B401-433B5143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439875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2026-05-10T15:53:28.5580000Z</dcterms:created>
  <dcterms:modified xsi:type="dcterms:W3CDTF">2026-05-10T15:53:28.5590000Z</dcterms:modified>
</coreProperties>
</file>