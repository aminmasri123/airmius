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</p:sldIdLst>
  <p:sldSz cx="12192000" cy="6858000" type="wide"/>
  <p:notesSz cx="6858000" cy="9144000"/>
</p:presentation>
</file>

<file path=ppt/_rels/presentation.xml.rels>&#65279;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79.xml"/><Relationship Id="rId80" Type="http://schemas.openxmlformats.org/officeDocument/2006/relationships/slide" Target="slides/slide80.xml"/><Relationship Id="rId81" Type="http://schemas.openxmlformats.org/officeDocument/2006/relationships/slide" Target="slides/slide81.xml"/><Relationship Id="rId82" Type="http://schemas.openxmlformats.org/officeDocument/2006/relationships/slide" Target="slides/slide82.xml"/><Relationship Id="rId83" Type="http://schemas.openxmlformats.org/officeDocument/2006/relationships/slide" Target="slides/slide83.xml"/><Relationship Id="rId84" Type="http://schemas.openxmlformats.org/officeDocument/2006/relationships/slide" Target="slides/slide84.xml"/><Relationship Id="rId85" Type="http://schemas.openxmlformats.org/officeDocument/2006/relationships/slide" Target="slides/slide85.xml"/><Relationship Id="rId86" Type="http://schemas.openxmlformats.org/officeDocument/2006/relationships/slide" Target="slides/slide86.xml"/><Relationship Id="rId87" Type="http://schemas.openxmlformats.org/officeDocument/2006/relationships/slide" Target="slides/slide87.xml"/><Relationship Id="rId88" Type="http://schemas.openxmlformats.org/officeDocument/2006/relationships/slide" Target="slides/slide88.xml"/><Relationship Id="rId89" Type="http://schemas.openxmlformats.org/officeDocument/2006/relationships/slide" Target="slides/slide89.xml"/><Relationship Id="rId90" Type="http://schemas.openxmlformats.org/officeDocument/2006/relationships/slide" Target="slides/slide90.xml"/><Relationship Id="rId91" Type="http://schemas.openxmlformats.org/officeDocument/2006/relationships/slide" Target="slides/slide91.xml"/><Relationship Id="rId92" Type="http://schemas.openxmlformats.org/officeDocument/2006/relationships/slide" Target="slides/slide92.xml"/><Relationship Id="rId93" Type="http://schemas.openxmlformats.org/officeDocument/2006/relationships/slide" Target="slides/slide93.xml"/><Relationship Id="rId94" Type="http://schemas.openxmlformats.org/officeDocument/2006/relationships/slide" Target="slides/slide94.xml"/><Relationship Id="rId95" Type="http://schemas.openxmlformats.org/officeDocument/2006/relationships/slide" Target="slides/slide95.xml"/><Relationship Id="rId96" Type="http://schemas.openxmlformats.org/officeDocument/2006/relationships/slide" Target="slides/slide96.xml"/><Relationship Id="rId97" Type="http://schemas.openxmlformats.org/officeDocument/2006/relationships/slide" Target="slides/slide97.xml"/><Relationship Id="rId98" Type="http://schemas.openxmlformats.org/officeDocument/2006/relationships/slide" Target="slides/slide98.xml"/><Relationship Id="rId99" Type="http://schemas.openxmlformats.org/officeDocument/2006/relationships/slide" Target="slides/slide99.xml"/><Relationship Id="rId100" Type="http://schemas.openxmlformats.org/officeDocument/2006/relationships/slide" Target="slides/slide100.xml"/><Relationship Id="rId101" Type="http://schemas.openxmlformats.org/officeDocument/2006/relationships/slide" Target="slides/slide101.xml"/><Relationship Id="rId102" Type="http://schemas.openxmlformats.org/officeDocument/2006/relationships/slide" Target="slides/slide102.xml"/><Relationship Id="rId103" Type="http://schemas.openxmlformats.org/officeDocument/2006/relationships/slide" Target="slides/slide103.xml"/><Relationship Id="rId104" Type="http://schemas.openxmlformats.org/officeDocument/2006/relationships/slide" Target="slides/slide104.xml"/><Relationship Id="rId105" Type="http://schemas.openxmlformats.org/officeDocument/2006/relationships/slide" Target="slides/slide105.xml"/><Relationship Id="rId106" Type="http://schemas.openxmlformats.org/officeDocument/2006/relationships/slide" Target="slides/slide106.xml"/><Relationship Id="rId107" Type="http://schemas.openxmlformats.org/officeDocument/2006/relationships/slide" Target="slides/slide107.xml"/><Relationship Id="rId108" Type="http://schemas.openxmlformats.org/officeDocument/2006/relationships/slide" Target="slides/slide108.xml"/><Relationship Id="rId109" Type="http://schemas.openxmlformats.org/officeDocument/2006/relationships/slide" Target="slides/slide109.xml"/><Relationship Id="rId110" Type="http://schemas.openxmlformats.org/officeDocument/2006/relationships/slide" Target="slides/slide110.xml"/><Relationship Id="rId111" Type="http://schemas.openxmlformats.org/officeDocument/2006/relationships/slide" Target="slides/slide111.xml"/><Relationship Id="rId112" Type="http://schemas.openxmlformats.org/officeDocument/2006/relationships/slide" Target="slides/slide112.xml"/><Relationship Id="rId113" Type="http://schemas.openxmlformats.org/officeDocument/2006/relationships/slide" Target="slides/slide113.xml"/><Relationship Id="rId114" Type="http://schemas.openxmlformats.org/officeDocument/2006/relationships/slide" Target="slides/slide114.xml"/><Relationship Id="rId115" Type="http://schemas.openxmlformats.org/officeDocument/2006/relationships/slide" Target="slides/slide115.xml"/><Relationship Id="rId116" Type="http://schemas.openxmlformats.org/officeDocument/2006/relationships/slide" Target="slides/slide116.xml"/><Relationship Id="rId117" Type="http://schemas.openxmlformats.org/officeDocument/2006/relationships/slide" Target="slides/slide117.xml"/><Relationship Id="rId118" Type="http://schemas.openxmlformats.org/officeDocument/2006/relationships/slide" Target="slides/slide118.xml"/><Relationship Id="rId119" Type="http://schemas.openxmlformats.org/officeDocument/2006/relationships/slide" Target="slides/slide119.xml"/><Relationship Id="rId120" Type="http://schemas.openxmlformats.org/officeDocument/2006/relationships/slide" Target="slides/slide120.xml"/><Relationship Id="rId121" Type="http://schemas.openxmlformats.org/officeDocument/2006/relationships/slide" Target="slides/slide121.xml"/><Relationship Id="rId122" Type="http://schemas.openxmlformats.org/officeDocument/2006/relationships/slide" Target="slides/slide122.xml"/><Relationship Id="rId123" Type="http://schemas.openxmlformats.org/officeDocument/2006/relationships/slide" Target="slides/slide123.xml"/><Relationship Id="rId124" Type="http://schemas.openxmlformats.org/officeDocument/2006/relationships/slide" Target="slides/slide124.xml"/><Relationship Id="rId125" Type="http://schemas.openxmlformats.org/officeDocument/2006/relationships/slide" Target="slides/slide125.xml"/><Relationship Id="rId126" Type="http://schemas.openxmlformats.org/officeDocument/2006/relationships/slide" Target="slides/slide126.xml"/><Relationship Id="rId127" Type="http://schemas.openxmlformats.org/officeDocument/2006/relationships/slide" Target="slides/slide127.xml"/><Relationship Id="rId128" Type="http://schemas.openxmlformats.org/officeDocument/2006/relationships/slide" Target="slides/slide128.xml"/><Relationship Id="rId129" Type="http://schemas.openxmlformats.org/officeDocument/2006/relationships/slide" Target="slides/slide129.xml"/><Relationship Id="rId130" Type="http://schemas.openxmlformats.org/officeDocument/2006/relationships/slide" Target="slides/slide130.xml"/><Relationship Id="rId131" Type="http://schemas.openxmlformats.org/officeDocument/2006/relationships/slide" Target="slides/slide131.xml"/><Relationship Id="rId132" Type="http://schemas.openxmlformats.org/officeDocument/2006/relationships/slide" Target="slides/slide132.xml"/><Relationship Id="rId133" Type="http://schemas.openxmlformats.org/officeDocument/2006/relationships/slide" Target="slides/slide133.xml"/><Relationship Id="rId134" Type="http://schemas.openxmlformats.org/officeDocument/2006/relationships/slide" Target="slides/slide134.xml"/><Relationship Id="rId135" Type="http://schemas.openxmlformats.org/officeDocument/2006/relationships/slide" Target="slides/slide135.xml"/><Relationship Id="rId136" Type="http://schemas.openxmlformats.org/officeDocument/2006/relationships/slide" Target="slides/slide136.xml"/><Relationship Id="rId137" Type="http://schemas.openxmlformats.org/officeDocument/2006/relationships/slide" Target="slides/slide137.xml"/><Relationship Id="rId138" Type="http://schemas.openxmlformats.org/officeDocument/2006/relationships/slide" Target="slides/slide138.xml"/><Relationship Id="rId139" Type="http://schemas.openxmlformats.org/officeDocument/2006/relationships/slide" Target="slides/slide139.xml"/><Relationship Id="rId140" Type="http://schemas.openxmlformats.org/officeDocument/2006/relationships/slide" Target="slides/slide140.xml"/><Relationship Id="rId141" Type="http://schemas.openxmlformats.org/officeDocument/2006/relationships/slide" Target="slides/slide141.xml"/><Relationship Id="rId142" Type="http://schemas.openxmlformats.org/officeDocument/2006/relationships/slide" Target="slides/slide142.xml"/><Relationship Id="rId143" Type="http://schemas.openxmlformats.org/officeDocument/2006/relationships/slide" Target="slides/slide143.xml"/><Relationship Id="rId144" Type="http://schemas.openxmlformats.org/officeDocument/2006/relationships/slide" Target="slides/slide144.xml"/><Relationship Id="rId145" Type="http://schemas.openxmlformats.org/officeDocument/2006/relationships/slide" Target="slides/slide145.xml"/><Relationship Id="rId146" Type="http://schemas.openxmlformats.org/officeDocument/2006/relationships/slide" Target="slides/slide146.xml"/><Relationship Id="rId147" Type="http://schemas.openxmlformats.org/officeDocument/2006/relationships/slide" Target="slides/slide147.xml"/></Relationships>
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2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3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4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5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6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7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8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9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0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1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2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8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39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0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1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2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3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4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5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6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_rels/slide147.xml.rels>&#65279;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Airmius Use Cases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PowerPoint-Testcheckliste mit allen Funktionen aus docs/USER_CASES.md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00000" y="2100000"/>
            <a:ext cx="9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3400" b="1">
                <a:solidFill>
                  <a:srgbClr val="FFFFFF"/>
                </a:solidFill>
                <a:latin typeface="Aptos"/>
              </a:rPr>
              <a:t>Use Cases als prüfbare PowerPoint-Checkliste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40000" y="3260000"/>
            <a:ext cx="820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DDEBFF"/>
                </a:solidFill>
                <a:latin typeface="Aptos"/>
              </a:rPr>
              <a:t>Jede Funktion aus docs/USER_CASES.md ist als Testpunkt mit Beschreibung, erwartetem Ergebnis und Statusfeld aufbereitet.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40000" y="4550000"/>
            <a:ext cx="4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38BDF8"/>
                </a:solidFill>
                <a:latin typeface="Aptos"/>
              </a:rPr>
              <a:t>Generiert: 04.05.2026 19:25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So wird getestet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Jeder Testpunkt hat eine Funktion, eine kurze Testbeschreibung, ein erwartetes Ergebnis und ein Statusfeld.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00000" y="190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Gesamtumfang: 45 Use-Case-Bereiche und 662 einzelne Testpunkte.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236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Statusfelder sind bewusst leer: offen, bestanden oder Fehler können direkt während des Tests markiert werden.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00000" y="282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Prüfe positive und negative Eingaben, Berechtigungen, Reload-Verhalten und Benachrichtigungen.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00000" y="3280000"/>
            <a:ext cx="9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800">
                <a:solidFill>
                  <a:srgbClr val="E5E7EB"/>
                </a:solidFill>
                <a:latin typeface="Aptos"/>
              </a:rPr>
              <a:t>• Bei Fehlern Screenshot, Nutzerrolle, Route und konkrete Eingabe in der Notizspalte ergänzen.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 Öffentlicher Besucher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Startseite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Plattformversprechen verstehen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Preise ansehen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Vereine öffentlich suchen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 lesen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Jobs ansehen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 ansehen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 Öffentlicher Besucher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Werbeagentur für Vereine ansehen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E-Learning-Infoseite ansehen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Gamification-Infoseite ansehen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Top-Inhalte ansehen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Rechtliche Seiten lesen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Kontakt oder Meldewege finden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Sprache wechseln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 Öffentlicher Besucher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Anmelden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 Google anmelden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 Outlook/Microsoft anmelden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1.2 Registrierter Nutzer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Einloggen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Ausloggen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 vervollständigen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Einstellungen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ändern: online, offline, training, work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Benachrichtigungen lesen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Alle Benachrichtigungen als gelesen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1.2 Registrierter Nutzer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Einzelne Benachrichtigung als gelesen markieren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Dashboard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Globale Suche nutzen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Abo-Rechnungen herunterladen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Eigenes Nutzer-Abo kündigen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Provider-Portal für eigenes Abo öffnen, wenn verfügbar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Google/Outlook Social Login nutzen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1.2 Registrierter Nutzer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Sportprogramm-Verknüpfungen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Konto kann bei Moderationsverstößen gesperrt werden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längerer Inaktivität Warnungen per E-Mail erhalten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Durch erneute Anmeldung die geplante Inaktivitäts-Anonymisierung stoppen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Konto kann nach sehr langer Inaktivität anonymisiert werden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 mit Sportarten und Skills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zum Profil hinzufügen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Skill-Level aktualisieren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Skills anderer Nutzer bestätigen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für andere Nutzer schreiben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Erhaltene Empfehlungen annehmen oder ablehnen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pflegen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Profil-Sichtbarkeit steuern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oder eingeschränkte Profile anderer Nutzer ansehen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Anderen Nutzern folgen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Follow entfernen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Freunde verwalten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Freundschaftsanfragen versenden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Freundschaftsanfragen annehmen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Freundschaftsanfragen ablehnen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Feed nutzen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liken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Beiträge als hilfreich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Kommentare schreiben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Kommentare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Kommentare löschen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Inhalte melden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beitreten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Events ansehen und teilnehmen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Fahrgemeinschaften nutzen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1.3 Sportler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 als Gast ansehen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 kaufen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Zahlungs- und Bestellprobleme melden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Sportkleidung-Abo mit Style-Profil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Monatliche Outfit-Lieferungen verfolgen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1.4 Minderjähriger Nutzer unter 16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Registrierung mit Geburtsdatum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Eltern-E-Mail angeben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 wird angefordert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Bis zur Entscheidung Warteseite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Zustimmung soziale Funktionen nutzen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Ablehnung eingeschränkt bleiben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Widerruf wieder eingeschränkt werden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1.4 Minderjähriger Nutzer unter 16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Weiterhin Login möglich, aber nicht alle sozialen Funktionen nutzbar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1.5 Eltern / Erziehungsberechtigte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Elternzustimmungsseite per Token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Zustimmung erteilen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Zustimmung ablehnen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Eltern-Login mit gespeicherter E-Mail starten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Zugangscode per E-Mail erhalten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Code eingeben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Verknüpfte Kinder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1.5 Eltern / Erziehungsberechtigte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Zustimmung für Kind widerrufen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Optional Elternkonto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Optional bestehendes Konto als Elternkonto verknüpfen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Elternbereich verlassen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1.6 Trainer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Teamprofil pflegen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Teamlogo und Titelbild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einladen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Teambeitrittsanfragen prüfen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Teamrollen ändern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1.6 Trainer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entfernen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Events oder Trainingstermine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Event-Kommentare nutzen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Teamchat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Dateien teilen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Trainingswissen als Beiträge veröffentlichen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Skills von Sportlern bestätigen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1.6 Trainer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schreiben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Marketplace-Angebote wie Kurse, Camps oder Trainingspläne einreichen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1/7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Vereinsbilder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Vereinsnummer hinterlegen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Offiziellen Vereinsstatus pflegen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2/7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Vereinsmitglieder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Vereinsrollen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Personen als Mitglied, Nichtmitglied, in Prüfung oder ehemaliges Mitglied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manuell eintragen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automatisch generieren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der Mitglieder pflegen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Mitgliedsbeitrag pflegen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3/7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Beitragsintervall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Nächstes Rechnungsdatum pflegen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Eintrittsdatum pflegen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Mitgliedschaftsende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Notizen zur Mitgliedschaft pflegen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per E-Mail anlegen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per Excel/CSV importieren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4/7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Airmius-Importvorlage herunterladen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später einladen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Einladung per Token annehmen lassen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SEPA-Einstellungen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SEPA-Lastschrift-XML exportieren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importieren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manuell bestätigen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5/7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DATEV/SKR42-Einstellungen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DATEV/SKR42-CSV exportieren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 für Mitglieder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Rechnungsstatus ändern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Zahlungen erfassen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Mahnungen senden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Wiederkehrende Beitragsrechnungen durch Scheduler erzeugen 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6/7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Bald endende Mitgliedschaften überwachen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oder bald fällige Beitragszahlungen überwachen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im Verein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Teambeitrittsanfragen als Verein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Dateien und Ordner nutzen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Jobs veröffentlichen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Sponsorendaten verwalten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1.7 Verein Teil 7/7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Add-ons buchen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Werbeagentur-/Vereinswebsite-Service anfragen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Vereins-Abo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1.8 Team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Teamlogo und Titelbild ändern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einladen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Einladung annehmen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29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1.8 Team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Einladung per Token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annehmen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ablehnen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Teammitglied Rolle ändern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Teammitglied entfernen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Teamchat nutzen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1.8 Team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Team-Events nutzen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Team-Dateien nutzen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1.9 Sponsor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Sponsorprofil im Adminbereich verwalten 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Kampagne vorbereiten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Ziel-URL hinterlegen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 hinterlegen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Beschreibung hinterlegen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durch Admin prüfen lassen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aktivieren 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1.9 Sponsor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Impressionen erfassen 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Klicks erfassen lassen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CTR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Budgetverbrauch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pausieren oder abschließen lassen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Zielseite verlinken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1.10 Marketplace-Anbieter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Produkt, Kurs, Camp oder Dienstleistung einreichen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Angebot automatisch moderieren lassen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Risiko Adminprüfung auslösen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schwerem Risiko automatisch abgelehnt werden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Ablehnungsgrund sehen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Freigegebenes Angebot öffentlich im Marketplace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Produktdetailseite bereitstellen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1.10 Marketplace-Anbieter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Verkäufe erhalten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Auszahlungsdaten hinterlegen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Auszahlungsstatus prüfen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auszahlbare Beträge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Airmius-Provision akzeptieren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durch Admin vorbereiten lassen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als bezahlt markieren 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1.11 Käufer im Marketplace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Marketplace-Produkte ansehen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Produktdetailseite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Anbieterinformationen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Preis sehen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Zahlungsart wählen: Stripe, PayPal oder Überweisung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AGB und Widerrufshinweise bestätigen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starten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1.11 Käufer im Marketplace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Rückkehr vom Zahlungsanbieter verarbeiten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Überweisungsdaten 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abgeschlossen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Problem mit abgeschlossener Bestellung melden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kann Problem prüfen, lösen oder erstatten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und Berechtigungen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löschen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Permissions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verwalten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Gamification-Regeln verwalten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Moderation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 verwalten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39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Zahlungen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Systemeinstellungen verwalten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aktivieren/deaktivieren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Abo-Pläne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Vereins-Abos zuordnen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Nutzer-Abos zuordnen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Abos kündigen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Abos verlängern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Abo-Rechnungen herunterladen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Banküberweisungen als bezahlt markieren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 verwalten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Coupons verwalten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Add-ons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Marketplace-Produkte verwalten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Ads-Kampagnen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Commerce-Bestellungen verwalten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Werbeagentur-/Website-Anfragen verwalten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Auszahlungsprofile prüfen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Auszahlungen vorbereiten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1.12 Airmius System Admin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Auszahlungen als bezahlt markieren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Bestellprobleme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Moderationsflags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Nutzermeldungen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Inhalte entfernen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Verwarnungen und gesperrte Konten überwachen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 Registrierung, Login und Konto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Registrierung mit vollständigen Basisdaten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Login per E-Mail/Passwort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Login per Google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Login per Microsoft/Outlook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Social-Account wird verknüpft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Fehlende Pflichtdaten nach Social Login über Profilvervollständigung nachtragen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Minderjährigenstatus prüfen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 Registrierung, Login und Konto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 auslösen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beachten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Gesperrte Konten blockieren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Sprache wechseln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Passwort zurücksetzen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Zwei-Faktor-Funktionen von Jetstream/Fortify nutzen, soweit aktiviert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 Profil und Sportprofil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Persönliches Profil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Profilinformationen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Profilfoto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hinzufügen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Skill-Level aktualisieren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Skills bestätigen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schreiben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 Profil und Sportprofil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Empfehlungen ablehnen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XP und Gamification-Daten sammeln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Profil-Sichtbarkeit prüfen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pflegen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 Feed, Posts, Kommentare, Likes und Helpful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Feed nach Sichtbarkeit laden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Beiträge sehen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Vereinsbeiträge sehen, wenn berechtigt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Teambeiträge sehen, wenn berechtigt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Eigene Beiträge sehen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mit Text, Bild und Anhängen erstellen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bearbeiten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 Feed, Posts, Kommentare, Likes und Helpful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liken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Helpful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 erstellen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 bearbeiten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Kommentar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Moderation bei Erstellung und Bearbeitung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49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 Feed, Posts, Kommentare, Likes und Helpful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Entfernte Inhalte ausblenden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Inhalte melden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2.4 Chat und Conversations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Chatübersicht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Keine Konversation automatisch öffnen, Nutzer wählt aktiv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Einzel- oder Gruppenkonversation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Team-Hauptchats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Nachrichten senden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Anhänge senden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 als gelesen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2.4 Chat und Conversations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Reaktion setzen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Typing-Status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Gruppe verlassen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letzter Person Gruppe löschen oder Löschung bestätigen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Neue Mitglieder sehen nur Nachrichten ab Beitritt, wenn so umgesetzt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Moderation bei Nachrichten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2.4 Chat und Conversations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Entfernte Nachrichten ausblenden oder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1/7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Freundesübersicht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2/7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3/7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4/7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Freundschaftsanfrage ablehnen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5/7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folgen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6/7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Follow entfernen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59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2.5 Freunde und Follows Teil 7/7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Sichtbarkeit je nach Follow/Profilstatus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2.6 Teams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Teams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Teamprofil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Bilder ändern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Einladen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2.6 Teams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Einladung annehmen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Token-Einladung annehmen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 anfragen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annehmen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Beitrittsanfrage ablehnen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Mitgliederrolle ändern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 entfernen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2.6 Teams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Teamlimit nach Vereinsplan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Teamchat verwenden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2.7 Vereine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Vereine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Vereinsprofil öffnen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Vereinsbilder ändern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Vereinsrolle ändern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2.7 Vereine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Vereinssichtbarkeit prüfen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Offizielle Vereinsnummer pflegen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Vereinsjobs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Vereinsjobs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Vereinsjobs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Vereinsseiten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Verwaltungsseite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 und externe Mitglieder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Teambeitrittsanfragen sehen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Mitgliedsdaten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Mitgliedsstatus 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manuell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Mitgliedsnummer generieren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Lizenznummer setzen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 und Intervall setzen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Nächstes Rechnungsdatum setzen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Eintrittsdatum setzen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Mitgliedschaftsende 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Notizen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 einzeln per E-Mail erfassen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 Erfassung entscheiden, ob Einladung versendet wird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Bestehenden Nutzer anhand E-Mail verknüpfen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Ohne Einladung nur externes Mitglied erfassen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Später nachträglich einladen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Excel/CSV importieren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Importvorlage herunterladen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Rechnungsstatus aktualisieren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 erfassen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Mahnung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SEPA-Daten pflegen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SEPA-Export erstellen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importieren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Banktransaktionen matchen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69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2.8 Mitgliederverwaltung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DATEV-Einstellungen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DATEV/SKR42 exportieren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2.9 Events und Aktivitäten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Events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Eventdetails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löschen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 Event teilnehmen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verlassen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2.9 Events und Aktivitäten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 kommentieren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Eventchat öffnen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Aktivitäten als Kontext für Feed/Training nutzen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Trainingstermine als Systemhinweis im Team-Hauptchat posten, soweit vorhanden/geplant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Fahrgemeinschaften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anbieten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beitreten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verlassen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Fahrt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2.10 Fahrgemeinschaften / Rides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Fahrer und Teilnehmer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2.11 Dateien und Ordner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Dateiübersicht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hochladen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Speicherlimit nach Vereinsplan prüfen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herunterladen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teilen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Ordner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79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2.11 Dateien und Ordner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Ordner teilen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Ordner löschen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Dateien in Vereinen, Teams oder Events verwenden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2.12 Benachrichtigungen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Benachrichtigungen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Einzelne Benachrichtigung als gelesen markieren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Alle Benachrichtigungen als gelesen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Chatnachrichten als Benachrichtigung senden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Mitgliedschaftsende melden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Beitragszahlung melden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Abo-Ende melden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2.12 Benachrichtigungen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 offen melden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Rechnungs- und Zahlungsemails senden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XP für passende Aktionen vergeben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Level und Badges nutzen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Skill- und Profilaktivitäten berücksichtigen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pflegt Gamification-Regeln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2.13 Gamification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Gamification-Seite erklären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listen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89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 löschen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Anzahl Gruppen je Sportart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2.14 Sportartenverwaltung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Sportarten in Profilen, Teams, Clubs oder Feed verwenden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2.15 Sport-App-Integrationen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Google Fit verbinden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Garmin vorbereiten/anfragen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 Fitness vorbereiten/anfragen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Provider-OAuth starten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Callback speichern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Synchronisationsstatus aktualisieren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Verbindung löschen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2.15 Sport-App-Integrationen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Importierte Aktivitätsdaten speichern, soweit Provider angebunden ist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1/4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Preisseite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Abo-Pläne nach Zielgruppe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Free, Starter, Club, Pro, Elite, Enterprise verwalten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Nutzer-Abo zuordnen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Vereins-Abo zuordnen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Planpreise bearbeiten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Limits bearbeiten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2/4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Badge und CTA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Plan öffentlich/nicht öffentlich setzen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Feature-Gates prüfen: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Mitgliederlimit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Teamlimit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Speicherlimit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Import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3/4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externe Mitglieder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Rechnungen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Mahnungen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SEPA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Bankabgleich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DATEV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wiederkehrende Rechnungen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2.16 Abo-Pläne und Feature-Gates Teil 4/4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API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kündigen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zum Periodenende kündigen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verlängern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Trial überwachen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Past-due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99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2.17 Airmius-Zahlungen und Abo-Rechnungen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Subscription-Checkout starten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Stripe-Checkout starten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PayPal-Checkout starten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Überweisung/Rechnung wählen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Zahlungsreferenz erzeugen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Zahlungsziel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Rückkehr von Stripe/PayPal verarbeiten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2.17 Airmius-Zahlungen und Abo-Rechnungen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 Webhook verarbeiten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 Webhook verarbeiten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Überweisung manuell als bezahlt markieren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 aktivieren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Abo-Rechnung erzeugen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PDF-Rechnung herunterladen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Zahlungsbestätigung senden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2.17 Airmius-Zahlungen und Abo-Rechnungen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Zahlungserinnerung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Trial-Ablaufwarnung senden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Kündigungsbestätigung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Verlängerungsbestätigung senden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 Commerce, Add-ons und Marketplace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Commerce-Seite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Add-ons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für Verein buchen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privat buchen, falls erlaubt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monatlich oder jährlich buchen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Add-on per Stripe, PayPal oder Überweisung bezahlen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Marketplace-Produkte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 Commerce, Add-ons und Marketplace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Produktdetails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Produkt kaufen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AGB/Widerruf bestätigen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stornieren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als abgeschlossen aktivieren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Commerce-Webhooks verarbeiten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Commerce-Bestellbestätigung senden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 Commerce, Add-ons und Marketplace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Problem melden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bearbeitet Problemfall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markiert erstattet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markiert gelöst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2.18a Sportkleidung-Abos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öffnet Outfit-Abo-Dashboard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pflegt Style-Profil mit Sportfokus, Größen, Passform, Farben und No-Gos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sieht öffentliche Outfit-Abo-Pläne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sieht Sponsor-Subventionen direkt im Preis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wählt monatliches Sportkleidung-Abo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System erstellt erste geplante Lieferung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pausiert Abo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2.18a Sportkleidung-Abos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setzt pausiertes Abo fort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kündigt Abo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sieht Lieferübersicht und Tracking-Daten, sobald vorhanden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Scheduler plant fällige Monatslieferungen automatisch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wird über geplante Lieferung benachrichtigt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verwaltet Outfit-Abo-Pläne separat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verknüpft Sponsor mit Outfit-Abo-Plan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2.18a Sportkleidung-Abos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definiert Branding-Regel wie Sponsor-Logo, Vereinslogo oder individuell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Kaufen und Nutzen ist für eingeloggte Nutzer offen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Öffentliches Marketplace-Listing zeigt Outfit-Abos auch Gästen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Admin-Angebotserstellung und Planverwaltung laufen über eigene Permissions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2.19 Marketplace-Anbieter und Auszahlungen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Anbieter reicht Produkt ein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Vorprüfung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Adminprüfung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Freigabe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Ablehnung mit Grund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Archivierung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Anbieter hinterlegt Auszahlungsprofil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109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2.19 Marketplace-Anbieter und Auszahlungen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prüft Auszahlungsprofil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gibt Auszahlungsprofil frei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sperrt Auszahlungsprofil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Verkaufsbeträge gruppieren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Provision berechnen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vorbereiten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Auszahlung als bezahlt markieren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2.19 Marketplace-Anbieter und Auszahlungen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Bestellungen mit Auszahlung verknüpfen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2.20 Ads und Sponsoring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erstellt Kampagne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erstellt eigene Kampagne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Kampagne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setzen: draft, active, paused, completed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 setzen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Ziel-URL setzen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Aktive Ad ausspielen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2.20 Ads und Sponsoring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Impression zählen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Klick zählen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Klick zur Ziel-URL weiterleiten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CTR berechnen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Budgetverbrauch anzeigen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Admin-Reporting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Sponsor-Reporting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2.20 Ads und Sponsoring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 im Adminbereich verwalten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Werbeagentur- und Website-Service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Gast sieht die öffentliche Werbeagentur-Seite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fragt Website, Landingpage oder Kampagne an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Domainwunsch erfassen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Ziele erfassen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Notizen erfassen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sieht Anfrage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setzen: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2.21 Werbeagentur- und Website-Service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Werbeagentur-/Website-Service ist rechtlich nur Anfrage, bis ein Angebot angenommen wird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2.22 Blog und CMS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Blogliste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Öffentlichen Blogartikel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Admin-Blogliste öffnen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Blogbeitrag erstellen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Blogbeitrag bearbeiten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Blogbeitrag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Status setzen: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2.22 Blog und CMS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Blogartikel in Sitemap aufnehmen, wenn veröffentlicht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1/5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Öffentliche Jobs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119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2/5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erstellt Job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3/5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bearbeitet Job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4/5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 löscht Job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2.23 Jobs Teil 5/5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Jobs in Sitemap/öffentlichen Seiten als Wachstumsmodul nutzen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1/4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Impressum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Datenschutz anzeigen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AGB anzeigen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Community-Richtlinien anzeigen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Jugendschutz anzeigen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Cookie-Hinweise anzeigen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Widerruf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2/4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Kontakt und Melden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Rechtstexte berücksichtigen: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Registrierung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Elternzustimmung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Vereinsverwaltung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Zahlungen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Marketplace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3/4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Werbeagentur-/Website-Service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Moderation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Inaktivität, Löschung, Anonymisierung und gesetzliche Aufbewahrungspflichten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AVV/DPA-Nachweise für Hostinger und Cloudflare intern ablegen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Cloudflare als US-Anbieter mit DPA, SCCs und DPF dokumentieren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EU-only Aussagen nur verwenden, wenn Cloudflare-Datenlokalisierung tatsächlich gebucht und aktiviert ist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2.24 Rechtliche Seiten Teil 4/4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VVT-Einträge und Subprocessor-Prüfprotokoll pflegen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2.25 Moderation, Meldungen und Sperren Teil 1/3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Automatische Textanalyse durchführen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Kategorien erkennen: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insult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threat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hate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sexual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spam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2.25 Moderation, Meldungen und Sperren Teil 2/3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Severity setzen: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Medium-Risiko als Flag offen markieren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High-Risiko Inhalt zurückhalten oder entfernen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ModerationFlag erstellen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AccountWarning erstellen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Verwarnpunkte zählen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Sperre setzen bei 2 High-Verstößen in 90 Tagen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129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2.25 Moderation, Meldungen und Sperren Teil 3/3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Sperre setzen bei 5 Warnpunkten in 90 Tagen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Gesperrte Nutzer auf Sperrseite leiten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sieht offene Flags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sieht Nutzermeldungen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entfernt Inhalte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schließt Fälle als unkritisch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 markiert Fälle als bearbeitet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2.26 Admin: Nutzer, Rollen und Berechtigungen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Nutzerliste öffnen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bearbeiten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Nutzer löschen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Mitgliederliste öffnen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Rollen-/Permission-Seite öffnen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 erstellen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2.26 Admin: Nutzer, Rollen und Berechtigungen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 bearbeiten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 löschen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Permission erstellen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Rollen Nutzern zuweisen, soweit im MemberController/RolePermissionController umgesetzt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2.27 Admin: Rechnungen, Payments, Sponsors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Admin-Rechnungen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Admin-Rechnung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Admin-Rechnung löschen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Payments anzeigen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Payment erstellen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Payment löschen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Sponsoren anzeigen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2.27 Admin: Rechnungen, Payments, Sponsors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erstellen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bearbeiten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Sponsor löschen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2.28 Admin: Einstellungen und Wartung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Systemeinstellungen anzeigen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Seite oder Inhalt öffnet ohne Fehler und zeigt nur berechtigte Daten.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aktivieren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Wartungsmodus deaktivieren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Wartungsmeldung bearbeiten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Bankdaten für Überweisung pflegen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Rechtliche oder technische Einstellungen pflegen, soweit im SettingController vorhanden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Normale Nutzer im Wartungsmodus blockieren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2.28 Admin: Einstellungen und Wartung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Berechtigte Admins weiterarbeiten lassen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2.29 SEO und öffentliche Technik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`robots.txt` ausliefern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Private Bereiche für Robots sperren: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`/admin`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`/dashboard`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`/settings`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`/conversations`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`/messages`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2.29 SEO und öffentliche Technik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`sitemap.xml` ausliefern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Statische öffentliche Seiten in Sitemap aufnehmen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Veröffentlichte Blogposts in Sitemap aufnehmen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SeoHead auf öffentlichen/rechtlichen Seiten nutzen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138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2.30 Webhooks und externe Provider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 Subscription Webhook empfangen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 Subscription Webhook empfangen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Stripe Commerce Webhook empfangen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PayPal Commerce Webhook empfangen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Webhook-Signaturen prüfen, wenn Secret konfiguriert ist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Checkout-Session oder PayPal Order synchronisieren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Zahlungsstatus, Rechnung und Benachrichtigung werden korrekt aktualisiert.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Bestellung oder Abo aktivieren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139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2.30 Webhooks und externe Provider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Doppelte Aktivierung vermeiden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140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1/2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Laravel Scheduler per Cron starten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Wiederkehrende Beitragsrechnungen erstellen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angelegt, validiert und in der passenden Übersicht sichtbar.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Membership- und Billing-Erinnerungen senden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Empfänger erhält die korrekte Nachricht mit passendem Inhalt.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"/>
          <p:cNvSpPr/>
          <p:nvPr/>
        </p:nvSpPr>
        <p:spPr>
          <a:xfrm>
            <a:off x="520000" y="374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Abo-Ende und Trial-Ende prüfen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00000" y="400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300000" y="380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900000" y="381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6" name="Line"/>
          <p:cNvSpPr/>
          <p:nvPr/>
        </p:nvSpPr>
        <p:spPr>
          <a:xfrm>
            <a:off x="600000" y="424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0000" y="430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0000" y="435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Offene Abo-Rechnungen erinnern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0000" y="456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00000" y="436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900000" y="437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2" name="Line"/>
          <p:cNvSpPr/>
          <p:nvPr/>
        </p:nvSpPr>
        <p:spPr>
          <a:xfrm>
            <a:off x="600000" y="480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hape"/>
          <p:cNvSpPr/>
          <p:nvPr/>
        </p:nvSpPr>
        <p:spPr>
          <a:xfrm>
            <a:off x="520000" y="48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"/>
          <p:cNvSpPr txBox="1"/>
          <p:nvPr/>
        </p:nvSpPr>
        <p:spPr>
          <a:xfrm>
            <a:off x="650000" y="49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Überfällige Rechnungen markieren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00000" y="51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300000" y="49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900000" y="49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48" name="Line"/>
          <p:cNvSpPr/>
          <p:nvPr/>
        </p:nvSpPr>
        <p:spPr>
          <a:xfrm>
            <a:off x="600000" y="53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hape"/>
          <p:cNvSpPr/>
          <p:nvPr/>
        </p:nvSpPr>
        <p:spPr>
          <a:xfrm>
            <a:off x="520000" y="54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"/>
          <p:cNvSpPr txBox="1"/>
          <p:nvPr/>
        </p:nvSpPr>
        <p:spPr>
          <a:xfrm>
            <a:off x="650000" y="54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Inaktive Konten prüfen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00000" y="56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300000" y="54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Fall wird markiert, nachvollziehbar protokolliert und korrekt entschieden.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8900000" y="54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54" name="Line"/>
          <p:cNvSpPr/>
          <p:nvPr/>
        </p:nvSpPr>
        <p:spPr>
          <a:xfrm>
            <a:off x="600000" y="59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141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2.31 Scheduler und Cron Teil 2/2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Inaktivitätswarnungen nach ca. 12 und 18 Monaten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520000" y="262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50000" y="267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Konten nach ca. 24 Monaten zur Anonymisierung vormerken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88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300000" y="268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900000" y="269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24" name="Line"/>
          <p:cNvSpPr/>
          <p:nvPr/>
        </p:nvSpPr>
        <p:spPr>
          <a:xfrm>
            <a:off x="600000" y="312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520000" y="318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50000" y="323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Vorgemerkte Konten nach ca. 30 Tagen ohne Reaktion anonymisieren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00000" y="344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300000" y="324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900000" y="325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30" name="Line"/>
          <p:cNvSpPr/>
          <p:nvPr/>
        </p:nvSpPr>
        <p:spPr>
          <a:xfrm>
            <a:off x="600000" y="368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142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1/6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Userstatus über Channel `users.status` broadcasten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143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2/6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Nachrichten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144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3/6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Nachrichten löschen broadcasten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Datensatz wird nach Bestätigung entfernt oder korrekt blockiert.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145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4/6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Reaktionen auf Nachrichten broadcasten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146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5/6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Typing-Status senden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Funktion ist ausführbar, validiert Eingaben und erzeugt den erwarteten Zustand.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12192000" cy="48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30000"/>
            <a:ext cx="5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300" b="1">
                <a:solidFill>
                  <a:srgbClr val="BFDBFE"/>
                </a:solidFill>
                <a:latin typeface="Aptos"/>
              </a:rPr>
              <a:t>Airmius Test-Checkliste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900000" y="130000"/>
            <a:ext cx="76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r"/>
            <a:r>
              <a:rPr lang="de-DE" sz="1200" b="1">
                <a:solidFill>
                  <a:srgbClr val="38BDF8"/>
                </a:solidFill>
                <a:latin typeface="Aptos"/>
              </a:rPr>
              <a:t>147</a:t>
            </a:r>
          </a:p>
        </p:txBody>
      </p:sp>
      <p:pic>
        <p:nvPicPr>
          <p:cNvPr id="6" name="Picture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500000" y="61000"/>
            <a:ext cx="1350000" cy="36000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520000" y="650000"/>
            <a:ext cx="1080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2400" b="1">
                <a:solidFill>
                  <a:srgbClr val="FFFFFF"/>
                </a:solidFill>
                <a:latin typeface="Aptos"/>
              </a:rPr>
              <a:t>2.32 Broadcast und Echtzeit Teil 6/6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40000" y="1125000"/>
            <a:ext cx="105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100">
                <a:solidFill>
                  <a:srgbClr val="BFDBFE"/>
                </a:solidFill>
                <a:latin typeface="Aptos"/>
              </a:rPr>
              <a:t>Testbereich aus USER_CASES.md: jede Zeile als manuell prüfbarer Testfall.</a:t>
            </a:r>
          </a:p>
        </p:txBody>
      </p:sp>
      <p:sp>
        <p:nvSpPr>
          <p:cNvPr id="9" name="Shape"/>
          <p:cNvSpPr/>
          <p:nvPr/>
        </p:nvSpPr>
        <p:spPr>
          <a:xfrm>
            <a:off x="520000" y="1660000"/>
            <a:ext cx="11150000" cy="36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670000" y="1705000"/>
            <a:ext cx="5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Funktion / Testpunkt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300000" y="1705000"/>
            <a:ext cx="24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Erwartetes Ergebnis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900000" y="1705000"/>
            <a:ext cx="2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900" b="1">
                <a:solidFill>
                  <a:srgbClr val="93C5FD"/>
                </a:solidFill>
                <a:latin typeface="Aptos"/>
              </a:rPr>
              <a:t>Status / Notiz</a:t>
            </a:r>
          </a:p>
        </p:txBody>
      </p:sp>
      <p:sp>
        <p:nvSpPr>
          <p:cNvPr id="13" name="Shape"/>
          <p:cNvSpPr/>
          <p:nvPr/>
        </p:nvSpPr>
        <p:spPr>
          <a:xfrm>
            <a:off x="520000" y="2060000"/>
            <a:ext cx="11150000" cy="5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650000" y="2110000"/>
            <a:ext cx="52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1000" b="1">
                <a:solidFill>
                  <a:srgbClr val="FFFFFF"/>
                </a:solidFill>
                <a:latin typeface="Aptos"/>
              </a:rPr>
              <a:t>☐ Chat-Status in UI aktualisieren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00000" y="2325000"/>
            <a:ext cx="4700000" cy="155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CBD5E1"/>
                </a:solidFill>
                <a:latin typeface="Aptos"/>
              </a:rPr>
              <a:t>Test: Funktion mit gültigen und ungültigen Eingaben ausführen.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300000" y="2122000"/>
            <a:ext cx="24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E5E7EB"/>
                </a:solidFill>
                <a:latin typeface="Aptos"/>
              </a:rPr>
              <a:t>Änderung wird gespeichert, angezeigt und bei Reload beibehalten.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00000" y="2136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0000" tIns="45000" rIns="70000" bIns="45000"/>
          <a:lstStyle/>
          <a:p>
            <a:pPr algn="l"/>
            <a:r>
              <a:rPr lang="de-DE" sz="800">
                <a:solidFill>
                  <a:srgbClr val="D1FAE5"/>
                </a:solidFill>
                <a:latin typeface="Aptos"/>
              </a:rPr>
              <a:t>☐ offen   ☐ bestanden   ☐ Fehler</a:t>
            </a:r>
          </a:p>
        </p:txBody>
      </p:sp>
      <p:sp>
        <p:nvSpPr>
          <p:cNvPr id="18" name="Line"/>
          <p:cNvSpPr/>
          <p:nvPr/>
        </p:nvSpPr>
        <p:spPr>
          <a:xfrm>
            <a:off x="600000" y="2565000"/>
            <a:ext cx="10950000" cy="12000"/>
          </a:xfrm>
          <a:prstGeom prst="rect">
            <a:avLst/>
          </a:prstGeom>
          <a:solidFill>
            <a:srgbClr val="26324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mius">
  <a:themeElements>
    <a:clrScheme name="Airmius">
      <a:dk1>
        <a:srgbClr val="0B1220"/>
      </a:dk1>
      <a:lt1>
        <a:srgbClr val="FFFFFF"/>
      </a:lt1>
      <a:dk2>
        <a:srgbClr val="111827"/>
      </a:dk2>
      <a:lt2>
        <a:srgbClr val="E5E7EB"/>
      </a:lt2>
      <a:accent1>
        <a:srgbClr val="38BDF8"/>
      </a:accent1>
      <a:accent2>
        <a:srgbClr val="22C55E"/>
      </a:accent2>
      <a:accent3>
        <a:srgbClr val="F97316"/>
      </a:accent3>
      <a:accent4>
        <a:srgbClr val="A78BFA"/>
      </a:accent4>
      <a:accent5>
        <a:srgbClr val="FACC15"/>
      </a:accent5>
      <a:accent6>
        <a:srgbClr val="EF4444"/>
      </a:accent6>
      <a:hlink>
        <a:srgbClr val="38BDF8"/>
      </a:hlink>
      <a:folHlink>
        <a:srgbClr val="A78BF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Airmiu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Airmius</Application>
  <PresentationFormat>On-screen Show (16:9)</PresentationFormat>
  <Slides>147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Airmius Use Case Test Checklist</dc:title>
  <dc:creator>Airmius</dc:creator>
  <cp:lastModifiedBy>Airmius</cp:lastModifiedBy>
  <dcterms:created xsi:type="dcterms:W3CDTF">2026-05-04T17:25:09Z</dcterms:created>
  <dcterms:modified xsi:type="dcterms:W3CDTF">2026-05-04T17:25:09Z</dcterms:modified>
</cp:coreProperties>
</file>