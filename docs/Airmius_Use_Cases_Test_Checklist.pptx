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  <p:sldId id="406" r:id="rId151"/>
    <p:sldId id="407" r:id="rId152"/>
  </p:sldIdLst>
  <p:sldSz cx="12192000" cy="6858000" type="wide"/>
  <p:notesSz cx="6858000" cy="9144000"/>
</p:presentation>
</file>

<file path=ppt/_rels/presentation.xml.rels>&#65279;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57" Type="http://schemas.openxmlformats.org/officeDocument/2006/relationships/slide" Target="slides/slide57.xml"/><Relationship Id="rId58" Type="http://schemas.openxmlformats.org/officeDocument/2006/relationships/slide" Target="slides/slide58.xml"/><Relationship Id="rId59" Type="http://schemas.openxmlformats.org/officeDocument/2006/relationships/slide" Target="slides/slide59.xml"/><Relationship Id="rId60" Type="http://schemas.openxmlformats.org/officeDocument/2006/relationships/slide" Target="slides/slide60.xml"/><Relationship Id="rId61" Type="http://schemas.openxmlformats.org/officeDocument/2006/relationships/slide" Target="slides/slide61.xml"/><Relationship Id="rId62" Type="http://schemas.openxmlformats.org/officeDocument/2006/relationships/slide" Target="slides/slide62.xml"/><Relationship Id="rId63" Type="http://schemas.openxmlformats.org/officeDocument/2006/relationships/slide" Target="slides/slide63.xml"/><Relationship Id="rId64" Type="http://schemas.openxmlformats.org/officeDocument/2006/relationships/slide" Target="slides/slide64.xml"/><Relationship Id="rId65" Type="http://schemas.openxmlformats.org/officeDocument/2006/relationships/slide" Target="slides/slide65.xml"/><Relationship Id="rId66" Type="http://schemas.openxmlformats.org/officeDocument/2006/relationships/slide" Target="slides/slide66.xml"/><Relationship Id="rId67" Type="http://schemas.openxmlformats.org/officeDocument/2006/relationships/slide" Target="slides/slide67.xml"/><Relationship Id="rId68" Type="http://schemas.openxmlformats.org/officeDocument/2006/relationships/slide" Target="slides/slide68.xml"/><Relationship Id="rId69" Type="http://schemas.openxmlformats.org/officeDocument/2006/relationships/slide" Target="slides/slide69.xml"/><Relationship Id="rId70" Type="http://schemas.openxmlformats.org/officeDocument/2006/relationships/slide" Target="slides/slide70.xml"/><Relationship Id="rId71" Type="http://schemas.openxmlformats.org/officeDocument/2006/relationships/slide" Target="slides/slide71.xml"/><Relationship Id="rId72" Type="http://schemas.openxmlformats.org/officeDocument/2006/relationships/slide" Target="slides/slide72.xml"/><Relationship Id="rId73" Type="http://schemas.openxmlformats.org/officeDocument/2006/relationships/slide" Target="slides/slide73.xml"/><Relationship Id="rId74" Type="http://schemas.openxmlformats.org/officeDocument/2006/relationships/slide" Target="slides/slide74.xml"/><Relationship Id="rId75" Type="http://schemas.openxmlformats.org/officeDocument/2006/relationships/slide" Target="slides/slide75.xml"/><Relationship Id="rId76" Type="http://schemas.openxmlformats.org/officeDocument/2006/relationships/slide" Target="slides/slide76.xml"/><Relationship Id="rId77" Type="http://schemas.openxmlformats.org/officeDocument/2006/relationships/slide" Target="slides/slide77.xml"/><Relationship Id="rId78" Type="http://schemas.openxmlformats.org/officeDocument/2006/relationships/slide" Target="slides/slide78.xml"/><Relationship Id="rId79" Type="http://schemas.openxmlformats.org/officeDocument/2006/relationships/slide" Target="slides/slide79.xml"/><Relationship Id="rId80" Type="http://schemas.openxmlformats.org/officeDocument/2006/relationships/slide" Target="slides/slide80.xml"/><Relationship Id="rId81" Type="http://schemas.openxmlformats.org/officeDocument/2006/relationships/slide" Target="slides/slide81.xml"/><Relationship Id="rId82" Type="http://schemas.openxmlformats.org/officeDocument/2006/relationships/slide" Target="slides/slide82.xml"/><Relationship Id="rId83" Type="http://schemas.openxmlformats.org/officeDocument/2006/relationships/slide" Target="slides/slide83.xml"/><Relationship Id="rId84" Type="http://schemas.openxmlformats.org/officeDocument/2006/relationships/slide" Target="slides/slide84.xml"/><Relationship Id="rId85" Type="http://schemas.openxmlformats.org/officeDocument/2006/relationships/slide" Target="slides/slide85.xml"/><Relationship Id="rId86" Type="http://schemas.openxmlformats.org/officeDocument/2006/relationships/slide" Target="slides/slide86.xml"/><Relationship Id="rId87" Type="http://schemas.openxmlformats.org/officeDocument/2006/relationships/slide" Target="slides/slide87.xml"/><Relationship Id="rId88" Type="http://schemas.openxmlformats.org/officeDocument/2006/relationships/slide" Target="slides/slide88.xml"/><Relationship Id="rId89" Type="http://schemas.openxmlformats.org/officeDocument/2006/relationships/slide" Target="slides/slide89.xml"/><Relationship Id="rId90" Type="http://schemas.openxmlformats.org/officeDocument/2006/relationships/slide" Target="slides/slide90.xml"/><Relationship Id="rId91" Type="http://schemas.openxmlformats.org/officeDocument/2006/relationships/slide" Target="slides/slide91.xml"/><Relationship Id="rId92" Type="http://schemas.openxmlformats.org/officeDocument/2006/relationships/slide" Target="slides/slide92.xml"/><Relationship Id="rId93" Type="http://schemas.openxmlformats.org/officeDocument/2006/relationships/slide" Target="slides/slide93.xml"/><Relationship Id="rId94" Type="http://schemas.openxmlformats.org/officeDocument/2006/relationships/slide" Target="slides/slide94.xml"/><Relationship Id="rId95" Type="http://schemas.openxmlformats.org/officeDocument/2006/relationships/slide" Target="slides/slide95.xml"/><Relationship Id="rId96" Type="http://schemas.openxmlformats.org/officeDocument/2006/relationships/slide" Target="slides/slide96.xml"/><Relationship Id="rId97" Type="http://schemas.openxmlformats.org/officeDocument/2006/relationships/slide" Target="slides/slide97.xml"/><Relationship Id="rId98" Type="http://schemas.openxmlformats.org/officeDocument/2006/relationships/slide" Target="slides/slide98.xml"/><Relationship Id="rId99" Type="http://schemas.openxmlformats.org/officeDocument/2006/relationships/slide" Target="slides/slide99.xml"/><Relationship Id="rId100" Type="http://schemas.openxmlformats.org/officeDocument/2006/relationships/slide" Target="slides/slide100.xml"/><Relationship Id="rId101" Type="http://schemas.openxmlformats.org/officeDocument/2006/relationships/slide" Target="slides/slide101.xml"/><Relationship Id="rId102" Type="http://schemas.openxmlformats.org/officeDocument/2006/relationships/slide" Target="slides/slide102.xml"/><Relationship Id="rId103" Type="http://schemas.openxmlformats.org/officeDocument/2006/relationships/slide" Target="slides/slide103.xml"/><Relationship Id="rId104" Type="http://schemas.openxmlformats.org/officeDocument/2006/relationships/slide" Target="slides/slide104.xml"/><Relationship Id="rId105" Type="http://schemas.openxmlformats.org/officeDocument/2006/relationships/slide" Target="slides/slide105.xml"/><Relationship Id="rId106" Type="http://schemas.openxmlformats.org/officeDocument/2006/relationships/slide" Target="slides/slide106.xml"/><Relationship Id="rId107" Type="http://schemas.openxmlformats.org/officeDocument/2006/relationships/slide" Target="slides/slide107.xml"/><Relationship Id="rId108" Type="http://schemas.openxmlformats.org/officeDocument/2006/relationships/slide" Target="slides/slide108.xml"/><Relationship Id="rId109" Type="http://schemas.openxmlformats.org/officeDocument/2006/relationships/slide" Target="slides/slide109.xml"/><Relationship Id="rId110" Type="http://schemas.openxmlformats.org/officeDocument/2006/relationships/slide" Target="slides/slide110.xml"/><Relationship Id="rId111" Type="http://schemas.openxmlformats.org/officeDocument/2006/relationships/slide" Target="slides/slide111.xml"/><Relationship Id="rId112" Type="http://schemas.openxmlformats.org/officeDocument/2006/relationships/slide" Target="slides/slide112.xml"/><Relationship Id="rId113" Type="http://schemas.openxmlformats.org/officeDocument/2006/relationships/slide" Target="slides/slide113.xml"/><Relationship Id="rId114" Type="http://schemas.openxmlformats.org/officeDocument/2006/relationships/slide" Target="slides/slide114.xml"/><Relationship Id="rId115" Type="http://schemas.openxmlformats.org/officeDocument/2006/relationships/slide" Target="slides/slide115.xml"/><Relationship Id="rId116" Type="http://schemas.openxmlformats.org/officeDocument/2006/relationships/slide" Target="slides/slide116.xml"/><Relationship Id="rId117" Type="http://schemas.openxmlformats.org/officeDocument/2006/relationships/slide" Target="slides/slide117.xml"/><Relationship Id="rId118" Type="http://schemas.openxmlformats.org/officeDocument/2006/relationships/slide" Target="slides/slide118.xml"/><Relationship Id="rId119" Type="http://schemas.openxmlformats.org/officeDocument/2006/relationships/slide" Target="slides/slide119.xml"/><Relationship Id="rId120" Type="http://schemas.openxmlformats.org/officeDocument/2006/relationships/slide" Target="slides/slide120.xml"/><Relationship Id="rId121" Type="http://schemas.openxmlformats.org/officeDocument/2006/relationships/slide" Target="slides/slide121.xml"/><Relationship Id="rId122" Type="http://schemas.openxmlformats.org/officeDocument/2006/relationships/slide" Target="slides/slide122.xml"/><Relationship Id="rId123" Type="http://schemas.openxmlformats.org/officeDocument/2006/relationships/slide" Target="slides/slide123.xml"/><Relationship Id="rId124" Type="http://schemas.openxmlformats.org/officeDocument/2006/relationships/slide" Target="slides/slide124.xml"/><Relationship Id="rId125" Type="http://schemas.openxmlformats.org/officeDocument/2006/relationships/slide" Target="slides/slide125.xml"/><Relationship Id="rId126" Type="http://schemas.openxmlformats.org/officeDocument/2006/relationships/slide" Target="slides/slide126.xml"/><Relationship Id="rId127" Type="http://schemas.openxmlformats.org/officeDocument/2006/relationships/slide" Target="slides/slide127.xml"/><Relationship Id="rId128" Type="http://schemas.openxmlformats.org/officeDocument/2006/relationships/slide" Target="slides/slide128.xml"/><Relationship Id="rId129" Type="http://schemas.openxmlformats.org/officeDocument/2006/relationships/slide" Target="slides/slide129.xml"/><Relationship Id="rId130" Type="http://schemas.openxmlformats.org/officeDocument/2006/relationships/slide" Target="slides/slide130.xml"/><Relationship Id="rId131" Type="http://schemas.openxmlformats.org/officeDocument/2006/relationships/slide" Target="slides/slide131.xml"/><Relationship Id="rId132" Type="http://schemas.openxmlformats.org/officeDocument/2006/relationships/slide" Target="slides/slide132.xml"/><Relationship Id="rId133" Type="http://schemas.openxmlformats.org/officeDocument/2006/relationships/slide" Target="slides/slide133.xml"/><Relationship Id="rId134" Type="http://schemas.openxmlformats.org/officeDocument/2006/relationships/slide" Target="slides/slide134.xml"/><Relationship Id="rId135" Type="http://schemas.openxmlformats.org/officeDocument/2006/relationships/slide" Target="slides/slide135.xml"/><Relationship Id="rId136" Type="http://schemas.openxmlformats.org/officeDocument/2006/relationships/slide" Target="slides/slide136.xml"/><Relationship Id="rId137" Type="http://schemas.openxmlformats.org/officeDocument/2006/relationships/slide" Target="slides/slide137.xml"/><Relationship Id="rId138" Type="http://schemas.openxmlformats.org/officeDocument/2006/relationships/slide" Target="slides/slide138.xml"/><Relationship Id="rId139" Type="http://schemas.openxmlformats.org/officeDocument/2006/relationships/slide" Target="slides/slide139.xml"/><Relationship Id="rId140" Type="http://schemas.openxmlformats.org/officeDocument/2006/relationships/slide" Target="slides/slide140.xml"/><Relationship Id="rId141" Type="http://schemas.openxmlformats.org/officeDocument/2006/relationships/slide" Target="slides/slide141.xml"/><Relationship Id="rId142" Type="http://schemas.openxmlformats.org/officeDocument/2006/relationships/slide" Target="slides/slide142.xml"/><Relationship Id="rId143" Type="http://schemas.openxmlformats.org/officeDocument/2006/relationships/slide" Target="slides/slide143.xml"/><Relationship Id="rId144" Type="http://schemas.openxmlformats.org/officeDocument/2006/relationships/slide" Target="slides/slide144.xml"/><Relationship Id="rId145" Type="http://schemas.openxmlformats.org/officeDocument/2006/relationships/slide" Target="slides/slide145.xml"/><Relationship Id="rId146" Type="http://schemas.openxmlformats.org/officeDocument/2006/relationships/slide" Target="slides/slide146.xml"/><Relationship Id="rId147" Type="http://schemas.openxmlformats.org/officeDocument/2006/relationships/slide" Target="slides/slide147.xml"/><Relationship Id="rId148" Type="http://schemas.openxmlformats.org/officeDocument/2006/relationships/slide" Target="slides/slide148.xml"/><Relationship Id="rId149" Type="http://schemas.openxmlformats.org/officeDocument/2006/relationships/slide" Target="slides/slide149.xml"/><Relationship Id="rId150" Type="http://schemas.openxmlformats.org/officeDocument/2006/relationships/slide" Target="slides/slide150.xml"/><Relationship Id="rId151" Type="http://schemas.openxmlformats.org/officeDocument/2006/relationships/slide" Target="slides/slide151.xml"/><Relationship Id="rId152" Type="http://schemas.openxmlformats.org/officeDocument/2006/relationships/slide" Target="slides/slide152.xml"/></Relationships>
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5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5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5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Airmius Use Cases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PowerPoint-Testcheckliste mit allen Funktionen aus docs/USER_CASES.md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00000" y="210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3400" b="1">
                <a:solidFill>
                  <a:srgbClr val="FFFFFF"/>
                </a:solidFill>
                <a:latin typeface="Aptos"/>
              </a:rPr>
              <a:t>Use Cases als prüfbare PowerPoint-Checkliste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40000" y="3260000"/>
            <a:ext cx="82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800">
                <a:solidFill>
                  <a:srgbClr val="DDEBFF"/>
                </a:solidFill>
                <a:latin typeface="Aptos"/>
              </a:rPr>
              <a:t>Jede Funktion aus docs/USER_CASES.md ist als Testpunkt mit Beschreibung, erwartetem Ergebnis und Statusfeld aufbereitet.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940000" y="4550000"/>
            <a:ext cx="4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38BDF8"/>
                </a:solidFill>
                <a:latin typeface="Aptos"/>
              </a:rPr>
              <a:t>Generiert: 03.05.2026 22:52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So wird getestet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Jeder Testpunkt hat eine Funktion, eine kurze Testbeschreibung, ein erwartetes Ergebnis und ein Statusfeld.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00000" y="190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• Gesamtumfang: 44 Use-Case-Bereiche und 626 einzelne Testpunkte.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00000" y="236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• Statusfelder sind bewusst leer: offen, bestanden oder Fehler können direkt während des Tests markiert werden.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900000" y="282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• Prüfe positive und negative Eingaben, Berechtigungen, Reload-Verhalten und Benachrichtigungen.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900000" y="328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• Bei Fehlern Screenshot, Nutzerrolle, Route und konkrete Eingabe in der Notizspalte ergänzen.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 Öffentlicher Besucher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Startseite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Plattformversprechen verstehen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Preise ansehen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Vereine öffentlich suchen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Blog lesen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Jobs ansehen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E-Learning-Infoseite ansehen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 Öffentlicher Besucher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Gamification-Infoseite ansehen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Top-Inhalte ansehen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Rechtliche Seiten lesen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Kontakt oder Meldewege finden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Sprache wechseln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Registrieren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Anmelden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 Öffentlicher Besucher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Per Google anmelden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Per Outlook/Microsoft anmelden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1.2 Registrierter Nutzer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Einloggen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Ausloggen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Profil vervollständigen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Eigene Einstellungen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Status ändern: online, offline, training, work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Benachrichtigungen lesen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Alle Benachrichtigungen als gelesen markieren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1.2 Registrierter Nutzer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Einzelne Benachrichtigung als gelesen markieren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Dashboard öffnen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Globale Suche nutzen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Eigene Abo-Rechnungen herunterladen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Eigenes Nutzer-Abo kündigen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Provider-Portal für eigenes Abo öffnen, wenn verfügbar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Google/Outlook Social Login nutzen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1.2 Registrierter Nutzer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Sportprogramm-Verknüpfungen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Konto kann bei Moderationsverstößen gesperrt werden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1.3 Sportler Teil 1/5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Profil mit Sportarten und Skills pflegen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 zum Profil hinzufügen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Skill-Level aktualisieren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Skills anderer Nutzer bestätigen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Empfehlungen für andere Nutzer schreiben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Erhaltene Empfehlungen annehmen oder ablehnen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Lizenznummer pflegen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1.3 Sportler Teil 2/5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Profil-Sichtbarkeit steuern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oder eingeschränkte Profile anderer Nutzer ansehen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Anderen Nutzern folgen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Follow entfernen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Freunde verwalten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Freundschaftsanfragen versenden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Freundschaftsanfragen annehmen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1.3 Sportler Teil 3/5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Freundschaftsanfragen ablehnen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Feed nutzen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Beiträge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Beiträge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Beiträge löschen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Beiträge liken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Beiträge als hilfreich markieren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1.3 Sportler Teil 4/5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Kommentare schreiben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Kommentare bearbeiten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Kommentare löschen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Inhalte melden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Teams beitreten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Events ansehen und teilnehmen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Fahrgemeinschaften nutzen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1.3 Sportler Teil 5/5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 kaufen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Zahlungs- und Bestellprobleme melden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1.4 Minderjähriger Nutzer unter 16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Registrierung mit Geburtsdatum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Eltern-E-Mail angeben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Elternzustimmung wird angefordert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Bis zur Entscheidung Warteseite sehen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Zustimmung soziale Funktionen nutzen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Ablehnung eingeschränkt bleiben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Widerruf wieder eingeschränkt werden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1.4 Minderjähriger Nutzer unter 16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Weiterhin Login möglich, aber nicht alle sozialen Funktionen nutzbar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1.5 Eltern / Erziehungsberechtigte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Elternzustimmungsseite per Token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Zustimmung erteilen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Zustimmung ablehnen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Eltern-Login mit gespeicherter E-Mail starten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Zugangscode per E-Mail erhalten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Code eingeben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Verknüpfte Kinder anzeigen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1.5 Eltern / Erziehungsberechtigte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Zustimmung für Kind widerrufen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Optional Elternkonto erstellen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Optional bestehendes Konto als Elternkonto verknüpfen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Elternbereich verlassen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1.6 Trainer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Teams erstellen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Teams bearbeiten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Teamprofil pflegen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Teamlogo und Titelbild pflegen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 einladen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Teambeitrittsanfragen prüfen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Teamrollen ändern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1.6 Trainer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 entfernen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Events oder Trainingstermine erstellen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Event-Kommentare nutzen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Teamchat nutzen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Dateien teilen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Trainingswissen als Beiträge veröffentlichen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Skills von Sportlern bestätigen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1.6 Trainer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Empfehlungen schreiben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Marketplace-Angebote wie Kurse, Camps oder Trainingspläne einreichen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1/7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erstellen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bearbeiten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Vereinsbilder pflegen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löschen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Vereinsnummer hinterlegen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Offiziellen Vereinsstatus pflegen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2/7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Vereinsmitglieder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Vereinsrollen verwalten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Personen als Mitglied, Nichtmitglied, in Prüfung oder ehemaliges Mitglied markieren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Mitgliedsnummer manuell eintragen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Mitgliedsnummer automatisch generieren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Lizenznummer der Mitglieder pflegen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Mitgliedsbeitrag pflegen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3/7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Beitragsintervall pflegen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Nächstes Rechnungsdatum pflegen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Eintrittsdatum pflegen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Mitgliedschaftsende pflegen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Notizen zur Mitgliedschaft pflegen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Mitglieder per E-Mail anlegen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Mitglieder per Excel/CSV importieren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4/7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Airmius-Importvorlage herunterladen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Mitglieder später einladen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Einladung per Token annehmen lassen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SEPA-Einstellungen pflegen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SEPA-Lastschrift-XML exportieren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Banktransaktionen importieren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Banktransaktionen manuell bestätigen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5/7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DATEV/SKR42-Einstellungen pflegen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DATEV/SKR42-CSV exportieren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Rechnungen für Mitglieder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Rechnungsstatus ändern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Zahlungen erfassen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Mahnungen senden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Wiederkehrende Beitragsrechnungen durch Scheduler erzeugen lassen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6/7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Bald endende Mitgliedschaften überwachen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Offene oder bald fällige Beitragszahlungen überwachen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Teams im Verein verwalten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Teambeitrittsanfragen als Verein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Dateien und Ordner nutzen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Jobs veröffentlichen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Sponsorendaten verwalten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7/7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Add-ons buchen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Vereinswebsite-Service anfragen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Vereins-Abo verwalten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1.8 Team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erstellen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bearbeiten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Teamlogo und Titelbild ändern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löschen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einladen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Einladung annehmen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1.8 Team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Einladung per Token annehmen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Beitrittsanfrage 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Beitrittsanfrage annehmen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Beitrittsanfrage ablehnen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Teammitglied Rolle ändern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Teammitglied entfernen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Teamchat nutzen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1.8 Team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Team-Events nutzen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Team-Dateien nutzen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1.9 Sponsor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Sponsorprofil im Adminbereich verwalten lassen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Eigene Kampagne vorbereiten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Ziel-URL hinterlegen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Budget hinterlegen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Beschreibung hinterlegen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Kampagne durch Admin prüfen lassen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Kampagne aktivieren lassen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1.9 Sponsor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Impressionen erfassen lassen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Klicks erfassen lassen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CTR sehen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Budgetverbrauch sehen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Kampagne pausieren oder abschließen lassen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Zielseite verlinken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1.10 Marketplace-Anbieter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Produkt, Kurs, Camp oder Dienstleistung einreichen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Angebot automatisch moderieren lassen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Risiko Adminprüfung auslösen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schwerem Risiko automatisch abgelehnt werden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Ablehnungsgrund sehen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Freigegebenes Angebot öffentlich im Marketplace anzeigen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Produktdetailseite bereitstellen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1.10 Marketplace-Anbieter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Verkäufe erhalten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Auszahlungsdaten hinterlegen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Auszahlungsstatus prüfen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Offene auszahlbare Beträge sehen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Airmius-Provision akzeptieren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 durch Admin vorbereiten lassen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 als bezahlt markieren lassen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1.11 Käufer im Marketplace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Marketplace-Produkte ansehen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Produktdetailseite öffnen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Anbieterinformationen sehen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Preis sehen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Zahlungsart wählen: Stripe, PayPal oder Überweisung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AGB und Widerrufshinweise bestätigen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Bestellung starten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1.11 Käufer im Marketplace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Rückkehr vom Zahlungsanbieter verarbeiten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Überweisungsdaten sehen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Bestellung abgeschlossen sehen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Problem mit abgeschlossener Bestellung melden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kann Problem prüfen, lösen oder erstatten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1.12 Airmius System Admin Teil 1/6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 verwalten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löschen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Rollen und Berechtigungen verwalten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Rollen erstellen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1.12 Airmius System Admin Teil 2/6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Rollen bearbeiten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Rollen löschen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Permissions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Sportarten verwalten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Gamification-Regeln verwalten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Moderation verwalten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Blog verwalten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1.12 Airmius System Admin Teil 3/6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Zahlungen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Rechnungen verwalten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Sponsoren verwalten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Systemeinstellungen verwalten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Wartungsmodus aktivieren/deaktivieren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Abo-Pläne verwalten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Vereins-Abos zuordnen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1.12 Airmius System Admin Teil 4/6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Nutzer-Abos zuordnen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Abos kündigen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Abos verlängern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Abo-Rechnungen herunterladen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Banküberweisungen als bezahlt markieren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Commerce verwalten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Coupons verwalten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1.12 Airmius System Admin Teil 5/6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Add-ons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Marketplace-Produkte verwalten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Ads-Kampagnen verwalten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Commerce-Bestellungen verwalten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Website-Anfragen verwalten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Auszahlungsprofile prüfen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Auszahlungen vorbereiten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1.12 Airmius System Admin Teil 6/6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Auszahlungen als bezahlt markieren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Bestellprobleme bearbeiten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Automatische Moderationsflags bearbeiten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Nutzermeldungen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Inhalte entfernen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Verwarnungen und gesperrte Konten überwachen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 Registrierung, Login und Konto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Registrierung mit vollständigen Basisdaten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Login per E-Mail/Passwort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Login per Google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Login per Microsoft/Outlook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Social-Account wird verknüpft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Fehlende Pflichtdaten nach Social Login über Profilvervollständigung nachtragen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Minderjährigenstatus prüfen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 Registrierung, Login und Konto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Elternzustimmung auslösen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Wartungsmodus beachten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Gesperrte Konten blockieren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Sprache wechseln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Passwort zurücksetzen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Zwei-Faktor-Funktionen von Jetstream/Fortify nutzen, soweit aktiviert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 Profil und Sportprofil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Persönliches Profil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Profilinformationen bearbeiten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Profilfoto verwalten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Sportarten hinzufügen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Skill-Level aktualisieren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Skills bestätigen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Empfehlungen schreiben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 Profil und Sportprofil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Empfehlungen annehmen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Empfehlungen ablehnen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XP und Gamification-Daten sammeln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Profil-Sichtbarkeit prüfen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Lizenznummer pflegen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 Feed, Posts, Kommentare, Likes und Helpful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Feed nach Sichtbarkeit laden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Beiträge sehen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Vereinsbeiträge sehen, wenn berechtigt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Teambeiträge sehen, wenn berechtigt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Eigene Beiträge sehen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 mit Text, Bild und Anhängen erstellen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 bearbeiten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 Feed, Posts, Kommentare, Likes und Helpful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 löschen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 liken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Helpful markieren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Kommentar erstellen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Kommentar bearbeiten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Kommentar löschen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Automatische Moderation bei Erstellung und Bearbeitung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 Feed, Posts, Kommentare, Likes und Helpful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Entfernte Inhalte ausblenden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Inhalte melden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2.4 Chat und Conversations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Chatübersicht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Keine Konversation automatisch öffnen, Nutzer wählt aktiv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Einzel- oder Gruppenkonversation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Team-Hauptchats nutzen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Nachrichten senden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Anhänge senden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Nachricht als gelesen markieren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2.4 Chat und Conversations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Nachricht löschen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Reaktion setzen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Typing-Status senden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Gruppe verlassen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letzter Person Gruppe löschen oder Löschung bestätigen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Neue Mitglieder sehen nur Nachrichten ab Beitritt, wenn so umgesetzt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Automatische Moderation bei Nachrichten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2.4 Chat und Conversations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Entfernte Nachrichten ausblenden oder löschen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1/7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Freundesübersicht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2/7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Freundschaftsanfrage senden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3/7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Freundschaftsanfrage annehmen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4/7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Freundschaftsanfrage ablehnen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5/7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folgen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6/7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Follow entfernen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7/7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Sichtbarkeit je nach Follow/Profilstatus prüfen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2.6 Teams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Teams listen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Teamprofil öffnen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Bilder ändern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löschen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Einladen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2.6 Teams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Einladung annehmen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Token-Einladung annehmen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Beitritt anfragen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Beitrittsanfrage annehmen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Beitrittsanfrage ablehnen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Mitgliederrolle ändern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 entfernen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2.6 Teams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Teamlimit nach Vereinsplan prüfen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Teamchat verwenden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2.7 Vereine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Vereine listen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erstellen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Vereinsprofil öffnen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Vereinsbilder ändern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löschen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Vereinsrolle ändern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2.7 Vereine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Vereinssichtbarkeit prüfen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Offizielle Vereinsnummer pflegen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Vereinsjobs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Vereinsjobs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Vereinsjobs löschen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Vereinsseiten anzeigen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2.8 Mitgliederverwaltung Teil 1/5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Verwaltungsseite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 und externe Mitglieder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Teambeitrittsanfragen sehen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Mitgliedsdaten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Mitgliedsstatus setzen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Mitgliedsnummer manuell setzen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Mitgliedsnummer generieren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2.8 Mitgliederverwaltung Teil 2/5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Lizenznummer setzen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 und Intervall setzen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Nächstes Rechnungsdatum setzen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Eintrittsdatum setzen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Mitgliedschaftsende setzen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Notizen setzen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Mitglieder einzeln per E-Mail erfassen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2.8 Mitgliederverwaltung Teil 3/5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Erfassung entscheiden, ob Einladung versendet wird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Bestehenden Nutzer anhand E-Mail verknüpfen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Ohne Einladung nur externes Mitglied erfassen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Später nachträglich einladen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Excel/CSV importieren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Importvorlage herunterladen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Rechnungen erstellen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2.8 Mitgliederverwaltung Teil 4/5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Rechnungsstatus aktualisieren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 erfassen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Mahnung senden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SEPA-Daten pflegen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SEPA-Export erstellen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Banktransaktionen importieren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Banktransaktionen matchen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2.8 Mitgliederverwaltung Teil 5/5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DATEV-Einstellungen pflegen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DATEV/SKR42 exportieren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2.9 Events und Aktivitäten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Events listen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Eventdetails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 löschen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 Event teilnehmen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 verlassen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2.9 Events und Aktivitäten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 kommentieren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Eventchat öffnen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Aktivitäten als Kontext für Feed/Training nutzen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Trainingstermine als Systemhinweis im Team-Hauptchat posten, soweit vorhanden/geplant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2.10 Fahrgemeinschaften / Rides Teil 1/6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Fahrgemeinschaften listen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2.10 Fahrgemeinschaften / Rides Teil 2/6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Fahrt anbieten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2.10 Fahrgemeinschaften / Rides Teil 3/6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Fahrt beitreten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2.10 Fahrgemeinschaften / Rides Teil 4/6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Fahrt verlassen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2.10 Fahrgemeinschaften / Rides Teil 5/6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Fahrt löschen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2.10 Fahrgemeinschaften / Rides Teil 6/6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Fahrer und Teilnehmer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2.11 Dateien und Ordner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Dateiübersicht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 hochladen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Speicherlimit nach Vereinsplan prüfen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 herunterladen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 teilen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 löschen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Ordner erstellen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2.11 Dateien und Ordner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Ordner teilen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Ordner löschen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Dateien in Vereinen, Teams oder Events verwenden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2.12 Benachrichtigungen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Benachrichtigungen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Einzelne Benachrichtigung als gelesen markieren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Alle Benachrichtigungen als gelesen markieren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Chatnachrichten als Benachrichtigung senden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Mitgliedschaftsende melden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Beitragszahlung melden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Abo-Ende melden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2.12 Benachrichtigungen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 offen melden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Rechnungs- und Zahlungsemails senden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2.13 Gamification Teil 1/5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XP für passende Aktionen vergeben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2.13 Gamification Teil 2/5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Level und Badges nutzen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2.13 Gamification Teil 3/5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Skill- und Profilaktivitäten berücksichtigen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2.13 Gamification Teil 4/5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pflegt Gamification-Regeln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2.13 Gamification Teil 5/5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Gamification-Seite erklären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2.14 Sportartenverwaltung Teil 1/6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Sportarten listen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2.14 Sportartenverwaltung Teil 2/6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 erstellen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2.14 Sportartenverwaltung Teil 3/6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 bearbeiten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2.14 Sportartenverwaltung Teil 4/6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 löschen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2.14 Sportartenverwaltung Teil 5/6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Anzahl Gruppen je Sportart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2.14 Sportartenverwaltung Teil 6/6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Sportarten in Profilen, Teams, Clubs oder Feed verwenden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2.15 Sport-App-Integrationen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Google Fit verbinden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Garmin vorbereiten/anfragen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 Fitness vorbereiten/anfragen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Provider-OAuth starten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Callback speichern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Synchronisationsstatus aktualisieren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Verbindung löschen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2.15 Sport-App-Integrationen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Importierte Aktivitätsdaten speichern, soweit Provider angebunden ist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2.16 Abo-Pläne und Feature-Gates Teil 1/4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Preisseite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Abo-Pläne nach Zielgruppe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Free, Starter, Club, Pro, Elite, Enterprise verwalten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Nutzer-Abo zuordnen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Vereins-Abo zuordnen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Planpreise bearbeiten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Limits bearbeiten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2.16 Abo-Pläne und Feature-Gates Teil 2/4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Badge und CTA bearbeiten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Plan öffentlich/nicht öffentlich setzen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Feature-Gates prüfen: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Mitgliederlimit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Teamlimit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Speicherlimit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Import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2.16 Abo-Pläne und Feature-Gates Teil 3/4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Mitglieder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Mahnungen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SEPA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Bankabgleich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DATEV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wiederkehrende Rechnungen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2.16 Abo-Pläne und Feature-Gates Teil 4/4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API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 kündigen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 zum Periodenende kündigen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 verlängern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Trial überwachen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Past-due setzen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2.17 Airmius-Zahlungen und Abo-Rechnungen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Subscription-Checkout starten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Stripe-Checkout starten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PayPal-Checkout starten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Überweisung/Rechnung wählen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Zahlungsreferenz erzeugen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Zahlungsziel setzen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Rückkehr von Stripe/PayPal verarbeiten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2.17 Airmius-Zahlungen und Abo-Rechnungen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Stripe Webhook verarbeiten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PayPal Webhook verarbeiten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Überweisung manuell als bezahlt markieren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 aktivieren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Abo-Rechnung erzeugen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PDF-Rechnung herunterladen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Zahlungsbestätigung senden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2.17 Airmius-Zahlungen und Abo-Rechnungen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Zahlungserinnerung senden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Trial-Ablaufwarnung senden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Kündigungsbestätigung senden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Verlängerungsbestätigung senden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2.18 Commerce, Add-ons und Marketplace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Commerce-Seite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Add-ons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 für Verein buchen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 privat buchen, falls erlaubt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 monatlich oder jährlich buchen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 per Stripe, PayPal oder Überweisung bezahlen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Marketplace-Produkte anzeigen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2.18 Commerce, Add-ons und Marketplace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Produktdetails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Produkt kaufen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AGB/Widerruf bestätigen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Bestellung stornieren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Bestellung als abgeschlossen aktivieren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Commerce-Webhooks verarbeiten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Commerce-Bestellbestätigung senden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2.18 Commerce, Add-ons und Marketplace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Problem melden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bearbeitet Problemfall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markiert erstattet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markiert gelöst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2.19 Marketplace-Anbieter und Auszahlungen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Anbieter reicht Produkt ein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Automatische Vorprüfung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Adminprüfung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Freigabe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Ablehnung mit Grund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Archivierung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Anbieter hinterlegt Auszahlungsprofil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2.19 Marketplace-Anbieter und Auszahlungen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prüft Auszahlungsprofil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gibt Auszahlungsprofil frei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sperrt Auszahlungsprofil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Offene Verkaufsbeträge gruppieren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Provision berechnen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 vorbereiten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 als bezahlt markieren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2.19 Marketplace-Anbieter und Auszahlungen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Bestellungen mit Auszahlung verknüpfen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2.20 Ads und Sponsoring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erstellt Kampagne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 erstellt eigene Kampagne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Kampagne bearbeiten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Status setzen: draft, active, paused, completed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Budget setzen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Ziel-URL setzen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Aktive Ad ausspielen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2.20 Ads und Sponsoring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Impression zählen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Klick zählen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Klick zur Ziel-URL weiterleiten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CTR berechnen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Budgetverbrauch anzeigen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Admin-Reporting anzeigen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Sponsor-Reporting anzeigen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2.20 Ads und Sponsoring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Sponsoren im Adminbereich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2.21 Website-Service Teil 1/7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fragt Website an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2.21 Website-Service Teil 2/7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Domainwunsch erfassen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2.21 Website-Service Teil 3/7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Ziele erfassen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2.21 Website-Service Teil 4/7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Notizen erfassen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2.21 Website-Service Teil 5/7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sieht Anfrage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2.21 Website-Service Teil 6/7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Status setzen: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2.21 Website-Service Teil 7/7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Website-Service ist rechtlich nur Anfrage, bis ein Angebot angenommen wird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2.22 Blog und CMS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Blogliste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Öffentlichen Blogartikel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Admin-Blogliste öffnen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Blogbeitrag erstellen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Blogbeitrag bearbeiten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Blogbeitrag löschen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Status setzen: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2.22 Blog und CMS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Blogartikel in Sitemap aufnehmen, wenn veröffentlicht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2.23 Jobs Teil 1/5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Jobs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2.23 Jobs Teil 2/5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erstellt Job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2.23 Jobs Teil 3/5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bearbeitet Job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2.23 Jobs Teil 4/5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löscht Job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2.23 Jobs Teil 5/5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Jobs in Sitemap/öffentlichen Seiten als Wachstumsmodul nutzen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2.24 Rechtliche Seiten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Impressum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Datenschutz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AGB anzeigen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Community-Richtlinien anzeigen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Jugendschutz anzeigen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Cookie-Hinweise anzeigen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Widerruf anzeigen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2.24 Rechtliche Seiten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Kontakt und Melden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Rechtstexte berücksichtigen: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Registrierung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Elternzustimmung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Vereinsverwaltung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2.24 Rechtliche Seiten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Website-Service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Moderation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2.25 Moderation, Meldungen und Sperren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Automatische Textanalyse durchführen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Kategorien erkennen: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insult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threat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hate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sexual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spam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2.25 Moderation, Meldungen und Sperren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Severity setzen: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Medium-Risiko als Flag offen markieren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High-Risiko Inhalt zurückhalten oder entfernen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ModerationFlag erstellen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AccountWarning erstellen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Verwarnpunkte zählen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Sperre setzen bei 2 High-Verstößen in 90 Tagen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2.25 Moderation, Meldungen und Sperren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Sperre setzen bei 5 Warnpunkten in 90 Tagen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Gesperrte Nutzer auf Sperrseite leiten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sieht offene Flags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sieht Nutzermeldungen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entfernt Inhalte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schließt Fälle als unkritisch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markiert Fälle als bearbeitet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2.26 Admin: Nutzer, Rollen und Berechtigungen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Nutzerliste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erstellen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bearbeiten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löschen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Mitgliederliste öffnen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Rollen-/Permission-Seite öffnen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 erstellen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2.26 Admin: Nutzer, Rollen und Berechtigungen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 bearbeiten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 löschen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Permission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Rollen Nutzern zuweisen, soweit im MemberController/RolePermissionController umgesetzt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2.27 Admin: Rechnungen, Payments, Sponsors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Admin-Rechnungen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Admin-Rechnung erstellen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Admin-Rechnung löschen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Payments anzeigen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Payment erstellen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Payment löschen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Sponsoren anzeigen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2.27 Admin: Rechnungen, Payments, Sponsors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 erstellen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 bearbeiten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 löschen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2.28 Admin: Einstellungen und Wartung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Systemeinstellungen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Wartungsmodus aktivieren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Wartungsmodus deaktivieren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Wartungsmeldung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Bankdaten für Überweisung pflegen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Rechtliche oder technische Einstellungen pflegen, soweit im SettingController vorhanden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Normale Nutzer im Wartungsmodus blockieren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2.28 Admin: Einstellungen und Wartung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Berechtigte Admins weiterarbeiten lassen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2.29 SEO und öffentliche Technik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`robots.txt` ausliefern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Private Bereiche für Robots sperren: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`/admin`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`/dashboard`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`/settings`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`/conversations`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`/messages`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2.29 SEO und öffentliche Technik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`sitemap.xml` ausliefern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Statische öffentliche Seiten in Sitemap aufnehmen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Veröffentlichte Blogposts in Sitemap aufnehmen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SeoHead auf öffentlichen/rechtlichen Seiten nutzen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2.30 Webhooks und externe Provider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Stripe Subscription Webhook empfangen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PayPal Subscription Webhook empfangen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Stripe Commerce Webhook empfangen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PayPal Commerce Webhook empfangen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Webhook-Signaturen prüfen, wenn Secret konfiguriert ist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Checkout-Session oder PayPal Order synchronisieren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Bestellung oder Abo aktivieren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2.30 Webhooks und externe Provider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Doppelte Aktivierung vermeiden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2.31 Scheduler und Cron Teil 1/6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Laravel Scheduler per Cron starten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2.31 Scheduler und Cron Teil 2/6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Wiederkehrende Beitragsrechnungen erstellen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2.31 Scheduler und Cron Teil 3/6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Membership- und Billing-Erinnerungen senden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2.31 Scheduler und Cron Teil 4/6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Abo-Ende und Trial-Ende prüfen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2.31 Scheduler und Cron Teil 5/6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Offene Abo-Rechnungen erinnern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2.31 Scheduler und Cron Teil 6/6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Überfällige Rechnungen markieren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2.32 Broadcast und Echtzeit Teil 1/6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Userstatus über Channel `users.status` broadcasten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2.32 Broadcast und Echtzeit Teil 2/6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Nachrichten senden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2.32 Broadcast und Echtzeit Teil 3/6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Nachrichten löschen broadcasten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150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2.32 Broadcast und Echtzeit Teil 4/6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Reaktionen auf Nachrichten broadcasten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151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2.32 Broadcast und Echtzeit Teil 5/6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Typing-Status senden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152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2.32 Broadcast und Echtzeit Teil 6/6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Chat-Status in UI aktualisieren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mius">
  <a:themeElements>
    <a:clrScheme name="Airmius">
      <a:dk1>
        <a:srgbClr val="0B1220"/>
      </a:dk1>
      <a:lt1>
        <a:srgbClr val="FFFFFF"/>
      </a:lt1>
      <a:dk2>
        <a:srgbClr val="111827"/>
      </a:dk2>
      <a:lt2>
        <a:srgbClr val="E5E7EB"/>
      </a:lt2>
      <a:accent1>
        <a:srgbClr val="38BDF8"/>
      </a:accent1>
      <a:accent2>
        <a:srgbClr val="22C55E"/>
      </a:accent2>
      <a:accent3>
        <a:srgbClr val="F97316"/>
      </a:accent3>
      <a:accent4>
        <a:srgbClr val="A78BFA"/>
      </a:accent4>
      <a:accent5>
        <a:srgbClr val="FACC15"/>
      </a:accent5>
      <a:accent6>
        <a:srgbClr val="EF4444"/>
      </a:accent6>
      <a:hlink>
        <a:srgbClr val="38BDF8"/>
      </a:hlink>
      <a:folHlink>
        <a:srgbClr val="A78BFA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Airmius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Airmius</Application>
  <PresentationFormat>On-screen Show (16:9)</PresentationFormat>
  <Slides>152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Airmius Use Case Test Checklist</dc:title>
  <dc:creator>Airmius</dc:creator>
  <cp:lastModifiedBy>Airmius</cp:lastModifiedBy>
  <dcterms:created xsi:type="dcterms:W3CDTF">2026-05-03T20:52:18Z</dcterms:created>
  <dcterms:modified xsi:type="dcterms:W3CDTF">2026-05-03T20:52:18Z</dcterms:modified>
</cp:coreProperties>
</file>